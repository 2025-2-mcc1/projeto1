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custom-properties+xml" PartName="/docProps/custom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1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custom-properties" Target="docProps/custom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</p:sldMasterIdLst>
  <p:notesMasterIdLst>
    <p:notesMasterId r:id="rId5"/>
  </p:notesMasterIdLst>
  <p:sldIdLst>
    <p:sldId id="256" r:id="rId6"/>
  </p:sldIdLst>
  <p:sldSz cy="43200625" cx="28800425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3607">
          <p15:clr>
            <a:srgbClr val="A4A3A4"/>
          </p15:clr>
        </p15:guide>
        <p15:guide id="2" pos="9071">
          <p15:clr>
            <a:srgbClr val="A4A3A4"/>
          </p15:clr>
        </p15:guide>
      </p15:sldGuideLst>
    </p:ext>
    <p:ext uri="GoogleSlidesCustomDataVersion2">
      <go:slidesCustomData xmlns:go="http://customooxmlschemas.google.com/" r:id="rId7" roundtripDataSignature="AMtx7mjWiAF7pS+Lm9NxDgMGOVy9zYAiU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3607" orient="horz"/>
        <p:guide pos="9071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customschemas.google.com/relationships/presentationmetadata" Target="meta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8132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8132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8132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8132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8132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8132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8132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8132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8132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8132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8132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8132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8132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8132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8132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8132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2286000" y="685800"/>
            <a:ext cx="228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480"/>
              </a:spcBef>
              <a:spcAft>
                <a:spcPts val="0"/>
              </a:spcAft>
              <a:buSzPts val="1400"/>
              <a:buNone/>
              <a:defRPr b="0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spcBef>
                <a:spcPts val="480"/>
              </a:spcBef>
              <a:spcAft>
                <a:spcPts val="0"/>
              </a:spcAft>
              <a:buSzPts val="1400"/>
              <a:buNone/>
              <a:defRPr b="0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spcBef>
                <a:spcPts val="480"/>
              </a:spcBef>
              <a:spcAft>
                <a:spcPts val="0"/>
              </a:spcAft>
              <a:buSzPts val="1400"/>
              <a:buNone/>
              <a:defRPr b="0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spcBef>
                <a:spcPts val="480"/>
              </a:spcBef>
              <a:spcAft>
                <a:spcPts val="0"/>
              </a:spcAft>
              <a:buSzPts val="1400"/>
              <a:buNone/>
              <a:defRPr b="0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spcBef>
                <a:spcPts val="480"/>
              </a:spcBef>
              <a:spcAft>
                <a:spcPts val="0"/>
              </a:spcAft>
              <a:buSzPts val="1400"/>
              <a:buNone/>
              <a:defRPr b="0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8132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8132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8132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8132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8132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8132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8132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8132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pt-BR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/>
          <p:nvPr>
            <p:ph idx="2" type="sldImg"/>
          </p:nvPr>
        </p:nvSpPr>
        <p:spPr>
          <a:xfrm>
            <a:off x="2286000" y="685800"/>
            <a:ext cx="228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6" name="Google Shape;86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de título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2160880" y="13420305"/>
            <a:ext cx="24478668" cy="9259395"/>
          </a:xfrm>
          <a:prstGeom prst="rect">
            <a:avLst/>
          </a:prstGeom>
          <a:noFill/>
          <a:ln>
            <a:noFill/>
          </a:ln>
        </p:spPr>
        <p:txBody>
          <a:bodyPr anchorCtr="0" anchor="ctr" bIns="154300" lIns="308600" spcFirstLastPara="1" rIns="308600" wrap="square" tIns="1543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4319642" y="24480786"/>
            <a:ext cx="20161144" cy="11039316"/>
          </a:xfrm>
          <a:prstGeom prst="rect">
            <a:avLst/>
          </a:prstGeom>
          <a:noFill/>
          <a:ln>
            <a:noFill/>
          </a:ln>
        </p:spPr>
        <p:txBody>
          <a:bodyPr anchorCtr="0" anchor="t" bIns="154300" lIns="308600" spcFirstLastPara="1" rIns="308600" wrap="square" tIns="154300">
            <a:noAutofit/>
          </a:bodyPr>
          <a:lstStyle>
            <a:lvl1pPr lvl="0" algn="ctr">
              <a:spcBef>
                <a:spcPts val="2880"/>
              </a:spcBef>
              <a:spcAft>
                <a:spcPts val="0"/>
              </a:spcAft>
              <a:buClr>
                <a:schemeClr val="dk1"/>
              </a:buClr>
              <a:buSzPts val="14399"/>
              <a:buFont typeface="Arial"/>
              <a:buNone/>
              <a:defRPr/>
            </a:lvl1pPr>
            <a:lvl2pPr lvl="1" algn="ctr">
              <a:spcBef>
                <a:spcPts val="2533"/>
              </a:spcBef>
              <a:spcAft>
                <a:spcPts val="0"/>
              </a:spcAft>
              <a:buClr>
                <a:schemeClr val="dk1"/>
              </a:buClr>
              <a:buSzPts val="12665"/>
              <a:buFont typeface="Arial"/>
              <a:buNone/>
              <a:defRPr/>
            </a:lvl2pPr>
            <a:lvl3pPr lvl="2" algn="ctr">
              <a:spcBef>
                <a:spcPts val="2160"/>
              </a:spcBef>
              <a:spcAft>
                <a:spcPts val="0"/>
              </a:spcAft>
              <a:buClr>
                <a:schemeClr val="dk1"/>
              </a:buClr>
              <a:buSzPts val="10799"/>
              <a:buFont typeface="Arial"/>
              <a:buNone/>
              <a:defRPr/>
            </a:lvl3pPr>
            <a:lvl4pPr lvl="3" algn="ctr">
              <a:spcBef>
                <a:spcPts val="1813"/>
              </a:spcBef>
              <a:spcAft>
                <a:spcPts val="0"/>
              </a:spcAft>
              <a:buClr>
                <a:schemeClr val="dk1"/>
              </a:buClr>
              <a:buSzPts val="9066"/>
              <a:buFont typeface="Arial"/>
              <a:buNone/>
              <a:defRPr/>
            </a:lvl4pPr>
            <a:lvl5pPr lvl="4" algn="ctr">
              <a:spcBef>
                <a:spcPts val="1813"/>
              </a:spcBef>
              <a:spcAft>
                <a:spcPts val="0"/>
              </a:spcAft>
              <a:buClr>
                <a:schemeClr val="dk1"/>
              </a:buClr>
              <a:buSzPts val="9066"/>
              <a:buFont typeface="Arial"/>
              <a:buNone/>
              <a:defRPr/>
            </a:lvl5pPr>
            <a:lvl6pPr lvl="5" algn="ctr">
              <a:spcBef>
                <a:spcPts val="1813"/>
              </a:spcBef>
              <a:spcAft>
                <a:spcPts val="0"/>
              </a:spcAft>
              <a:buClr>
                <a:schemeClr val="dk1"/>
              </a:buClr>
              <a:buSzPts val="9066"/>
              <a:buFont typeface="Arial"/>
              <a:buNone/>
              <a:defRPr/>
            </a:lvl6pPr>
            <a:lvl7pPr lvl="6" algn="ctr">
              <a:spcBef>
                <a:spcPts val="1813"/>
              </a:spcBef>
              <a:spcAft>
                <a:spcPts val="0"/>
              </a:spcAft>
              <a:buClr>
                <a:schemeClr val="dk1"/>
              </a:buClr>
              <a:buSzPts val="9066"/>
              <a:buFont typeface="Arial"/>
              <a:buNone/>
              <a:defRPr/>
            </a:lvl7pPr>
            <a:lvl8pPr lvl="7" algn="ctr">
              <a:spcBef>
                <a:spcPts val="1813"/>
              </a:spcBef>
              <a:spcAft>
                <a:spcPts val="0"/>
              </a:spcAft>
              <a:buClr>
                <a:schemeClr val="dk1"/>
              </a:buClr>
              <a:buSzPts val="9066"/>
              <a:buFont typeface="Arial"/>
              <a:buNone/>
              <a:defRPr/>
            </a:lvl8pPr>
            <a:lvl9pPr lvl="8" algn="ctr">
              <a:spcBef>
                <a:spcPts val="1813"/>
              </a:spcBef>
              <a:spcAft>
                <a:spcPts val="0"/>
              </a:spcAft>
              <a:buClr>
                <a:schemeClr val="dk1"/>
              </a:buClr>
              <a:buSzPts val="9066"/>
              <a:buFont typeface="Arial"/>
              <a:buNone/>
              <a:defRPr/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1439175" y="39340264"/>
            <a:ext cx="6721792" cy="3001103"/>
          </a:xfrm>
          <a:prstGeom prst="rect">
            <a:avLst/>
          </a:prstGeom>
          <a:noFill/>
          <a:ln>
            <a:noFill/>
          </a:ln>
        </p:spPr>
        <p:txBody>
          <a:bodyPr anchorCtr="0" anchor="t" bIns="154300" lIns="308600" spcFirstLastPara="1" rIns="308600" wrap="square" tIns="1543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9839300" y="39340264"/>
            <a:ext cx="9121828" cy="3001103"/>
          </a:xfrm>
          <a:prstGeom prst="rect">
            <a:avLst/>
          </a:prstGeom>
          <a:noFill/>
          <a:ln>
            <a:noFill/>
          </a:ln>
        </p:spPr>
        <p:txBody>
          <a:bodyPr anchorCtr="0" anchor="t" bIns="154300" lIns="308600" spcFirstLastPara="1" rIns="308600" wrap="square" tIns="1543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20639458" y="39340264"/>
            <a:ext cx="6721792" cy="3001103"/>
          </a:xfrm>
          <a:prstGeom prst="rect">
            <a:avLst/>
          </a:prstGeom>
          <a:noFill/>
          <a:ln>
            <a:noFill/>
          </a:ln>
        </p:spPr>
        <p:txBody>
          <a:bodyPr anchorCtr="0" anchor="t" bIns="154300" lIns="308600" spcFirstLastPara="1" rIns="308600" wrap="square" tIns="1543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 b="0" i="0" sz="6266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 b="0" i="0" sz="6266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 b="0" i="0" sz="6266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 b="0" i="0" sz="6266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 b="0" i="0" sz="6266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 b="0" i="0" sz="6266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 b="0" i="0" sz="6266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 b="0" i="0" sz="6266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 b="0" i="0" sz="6266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e conteúdo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1439175" y="1729128"/>
            <a:ext cx="25922076" cy="7200106"/>
          </a:xfrm>
          <a:prstGeom prst="rect">
            <a:avLst/>
          </a:prstGeom>
          <a:noFill/>
          <a:ln>
            <a:noFill/>
          </a:ln>
        </p:spPr>
        <p:txBody>
          <a:bodyPr anchorCtr="0" anchor="ctr" bIns="154300" lIns="308600" spcFirstLastPara="1" rIns="308600" wrap="square" tIns="1543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1439175" y="10080573"/>
            <a:ext cx="25922076" cy="28510473"/>
          </a:xfrm>
          <a:prstGeom prst="rect">
            <a:avLst/>
          </a:prstGeom>
          <a:noFill/>
          <a:ln>
            <a:noFill/>
          </a:ln>
        </p:spPr>
        <p:txBody>
          <a:bodyPr anchorCtr="0" anchor="t" bIns="154300" lIns="308600" spcFirstLastPara="1" rIns="308600" wrap="square" tIns="154300">
            <a:no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1439175" y="39340264"/>
            <a:ext cx="6721792" cy="3001103"/>
          </a:xfrm>
          <a:prstGeom prst="rect">
            <a:avLst/>
          </a:prstGeom>
          <a:noFill/>
          <a:ln>
            <a:noFill/>
          </a:ln>
        </p:spPr>
        <p:txBody>
          <a:bodyPr anchorCtr="0" anchor="t" bIns="154300" lIns="308600" spcFirstLastPara="1" rIns="308600" wrap="square" tIns="1543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9839300" y="39340264"/>
            <a:ext cx="9121828" cy="3001103"/>
          </a:xfrm>
          <a:prstGeom prst="rect">
            <a:avLst/>
          </a:prstGeom>
          <a:noFill/>
          <a:ln>
            <a:noFill/>
          </a:ln>
        </p:spPr>
        <p:txBody>
          <a:bodyPr anchorCtr="0" anchor="t" bIns="154300" lIns="308600" spcFirstLastPara="1" rIns="308600" wrap="square" tIns="1543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20639458" y="39340264"/>
            <a:ext cx="6721792" cy="3001103"/>
          </a:xfrm>
          <a:prstGeom prst="rect">
            <a:avLst/>
          </a:prstGeom>
          <a:noFill/>
          <a:ln>
            <a:noFill/>
          </a:ln>
        </p:spPr>
        <p:txBody>
          <a:bodyPr anchorCtr="0" anchor="t" bIns="154300" lIns="308600" spcFirstLastPara="1" rIns="308600" wrap="square" tIns="1543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 b="0" i="0" sz="6266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 b="0" i="0" sz="6266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 b="0" i="0" sz="6266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 b="0" i="0" sz="6266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 b="0" i="0" sz="6266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 b="0" i="0" sz="6266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 b="0" i="0" sz="6266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 b="0" i="0" sz="6266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 b="0" i="0" sz="6266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beçalho da Seção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2275166" y="27761258"/>
            <a:ext cx="24480784" cy="8580021"/>
          </a:xfrm>
          <a:prstGeom prst="rect">
            <a:avLst/>
          </a:prstGeom>
          <a:noFill/>
          <a:ln>
            <a:noFill/>
          </a:ln>
        </p:spPr>
        <p:txBody>
          <a:bodyPr anchorCtr="0" anchor="t" bIns="154300" lIns="308600" spcFirstLastPara="1" rIns="308600" wrap="square" tIns="1543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1" sz="5333" cap="none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2275166" y="18309267"/>
            <a:ext cx="24480784" cy="9451991"/>
          </a:xfrm>
          <a:prstGeom prst="rect">
            <a:avLst/>
          </a:prstGeom>
          <a:noFill/>
          <a:ln>
            <a:noFill/>
          </a:ln>
        </p:spPr>
        <p:txBody>
          <a:bodyPr anchorCtr="0" anchor="b" bIns="154300" lIns="308600" spcFirstLastPara="1" rIns="308600" wrap="square" tIns="154300">
            <a:noAutofit/>
          </a:bodyPr>
          <a:lstStyle>
            <a:lvl1pPr indent="-228600" lvl="0" marL="457200" algn="l">
              <a:spcBef>
                <a:spcPts val="533"/>
              </a:spcBef>
              <a:spcAft>
                <a:spcPts val="0"/>
              </a:spcAft>
              <a:buClr>
                <a:schemeClr val="dk1"/>
              </a:buClr>
              <a:buSzPts val="2666"/>
              <a:buFont typeface="Arial"/>
              <a:buNone/>
              <a:defRPr sz="2666"/>
            </a:lvl1pPr>
            <a:lvl2pPr indent="-2286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/>
            </a:lvl2pPr>
            <a:lvl3pPr indent="-228600" lvl="2" marL="1371600" algn="l">
              <a:spcBef>
                <a:spcPts val="427"/>
              </a:spcBef>
              <a:spcAft>
                <a:spcPts val="0"/>
              </a:spcAft>
              <a:buClr>
                <a:schemeClr val="dk1"/>
              </a:buClr>
              <a:buSzPts val="2133"/>
              <a:buFont typeface="Arial"/>
              <a:buNone/>
              <a:defRPr sz="2133"/>
            </a:lvl3pPr>
            <a:lvl4pPr indent="-228600" lvl="3" marL="1828800" algn="l">
              <a:spcBef>
                <a:spcPts val="373"/>
              </a:spcBef>
              <a:spcAft>
                <a:spcPts val="0"/>
              </a:spcAft>
              <a:buClr>
                <a:schemeClr val="dk1"/>
              </a:buClr>
              <a:buSzPts val="1866"/>
              <a:buFont typeface="Arial"/>
              <a:buNone/>
              <a:defRPr sz="1866"/>
            </a:lvl4pPr>
            <a:lvl5pPr indent="-228600" lvl="4" marL="2286000" algn="l">
              <a:spcBef>
                <a:spcPts val="373"/>
              </a:spcBef>
              <a:spcAft>
                <a:spcPts val="0"/>
              </a:spcAft>
              <a:buClr>
                <a:schemeClr val="dk1"/>
              </a:buClr>
              <a:buSzPts val="1866"/>
              <a:buFont typeface="Arial"/>
              <a:buNone/>
              <a:defRPr sz="1866"/>
            </a:lvl5pPr>
            <a:lvl6pPr indent="-228600" lvl="5" marL="2743200" algn="l">
              <a:spcBef>
                <a:spcPts val="373"/>
              </a:spcBef>
              <a:spcAft>
                <a:spcPts val="0"/>
              </a:spcAft>
              <a:buClr>
                <a:schemeClr val="dk1"/>
              </a:buClr>
              <a:buSzPts val="1866"/>
              <a:buFont typeface="Arial"/>
              <a:buNone/>
              <a:defRPr sz="1866"/>
            </a:lvl6pPr>
            <a:lvl7pPr indent="-228600" lvl="6" marL="3200400" algn="l">
              <a:spcBef>
                <a:spcPts val="373"/>
              </a:spcBef>
              <a:spcAft>
                <a:spcPts val="0"/>
              </a:spcAft>
              <a:buClr>
                <a:schemeClr val="dk1"/>
              </a:buClr>
              <a:buSzPts val="1866"/>
              <a:buFont typeface="Arial"/>
              <a:buNone/>
              <a:defRPr sz="1866"/>
            </a:lvl7pPr>
            <a:lvl8pPr indent="-228600" lvl="7" marL="3657600" algn="l">
              <a:spcBef>
                <a:spcPts val="373"/>
              </a:spcBef>
              <a:spcAft>
                <a:spcPts val="0"/>
              </a:spcAft>
              <a:buClr>
                <a:schemeClr val="dk1"/>
              </a:buClr>
              <a:buSzPts val="1866"/>
              <a:buFont typeface="Arial"/>
              <a:buNone/>
              <a:defRPr sz="1866"/>
            </a:lvl8pPr>
            <a:lvl9pPr indent="-228600" lvl="8" marL="4114800" algn="l">
              <a:spcBef>
                <a:spcPts val="373"/>
              </a:spcBef>
              <a:spcAft>
                <a:spcPts val="0"/>
              </a:spcAft>
              <a:buClr>
                <a:schemeClr val="dk1"/>
              </a:buClr>
              <a:buSzPts val="1866"/>
              <a:buFont typeface="Arial"/>
              <a:buNone/>
              <a:defRPr sz="1866"/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1439175" y="39340264"/>
            <a:ext cx="6721792" cy="3001103"/>
          </a:xfrm>
          <a:prstGeom prst="rect">
            <a:avLst/>
          </a:prstGeom>
          <a:noFill/>
          <a:ln>
            <a:noFill/>
          </a:ln>
        </p:spPr>
        <p:txBody>
          <a:bodyPr anchorCtr="0" anchor="t" bIns="154300" lIns="308600" spcFirstLastPara="1" rIns="308600" wrap="square" tIns="1543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9839300" y="39340264"/>
            <a:ext cx="9121828" cy="3001103"/>
          </a:xfrm>
          <a:prstGeom prst="rect">
            <a:avLst/>
          </a:prstGeom>
          <a:noFill/>
          <a:ln>
            <a:noFill/>
          </a:ln>
        </p:spPr>
        <p:txBody>
          <a:bodyPr anchorCtr="0" anchor="t" bIns="154300" lIns="308600" spcFirstLastPara="1" rIns="308600" wrap="square" tIns="1543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20639458" y="39340264"/>
            <a:ext cx="6721792" cy="3001103"/>
          </a:xfrm>
          <a:prstGeom prst="rect">
            <a:avLst/>
          </a:prstGeom>
          <a:noFill/>
          <a:ln>
            <a:noFill/>
          </a:ln>
        </p:spPr>
        <p:txBody>
          <a:bodyPr anchorCtr="0" anchor="t" bIns="154300" lIns="308600" spcFirstLastPara="1" rIns="308600" wrap="square" tIns="1543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 b="0" i="0" sz="6266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 b="0" i="0" sz="6266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 b="0" i="0" sz="6266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 b="0" i="0" sz="6266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 b="0" i="0" sz="6266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 b="0" i="0" sz="6266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 b="0" i="0" sz="6266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 b="0" i="0" sz="6266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 b="0" i="0" sz="6266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uas Partes de Conteúdo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1439175" y="1729128"/>
            <a:ext cx="25922076" cy="7200106"/>
          </a:xfrm>
          <a:prstGeom prst="rect">
            <a:avLst/>
          </a:prstGeom>
          <a:noFill/>
          <a:ln>
            <a:noFill/>
          </a:ln>
        </p:spPr>
        <p:txBody>
          <a:bodyPr anchorCtr="0" anchor="ctr" bIns="154300" lIns="308600" spcFirstLastPara="1" rIns="308600" wrap="square" tIns="1543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1439175" y="10080573"/>
            <a:ext cx="12859449" cy="28510473"/>
          </a:xfrm>
          <a:prstGeom prst="rect">
            <a:avLst/>
          </a:prstGeom>
          <a:noFill/>
          <a:ln>
            <a:noFill/>
          </a:ln>
        </p:spPr>
        <p:txBody>
          <a:bodyPr anchorCtr="0" anchor="t" bIns="154300" lIns="308600" spcFirstLastPara="1" rIns="308600" wrap="square" tIns="154300">
            <a:noAutofit/>
          </a:bodyPr>
          <a:lstStyle>
            <a:lvl1pPr indent="-465645" lvl="0" marL="457200" algn="l">
              <a:spcBef>
                <a:spcPts val="747"/>
              </a:spcBef>
              <a:spcAft>
                <a:spcPts val="0"/>
              </a:spcAft>
              <a:buClr>
                <a:schemeClr val="dk1"/>
              </a:buClr>
              <a:buSzPts val="3733"/>
              <a:buFont typeface="Arial"/>
              <a:buChar char="•"/>
              <a:defRPr sz="3733"/>
            </a:lvl1pPr>
            <a:lvl2pPr indent="-431800" lvl="1" marL="9144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–"/>
              <a:defRPr sz="3200"/>
            </a:lvl2pPr>
            <a:lvl3pPr indent="-397891" lvl="2" marL="1371600" algn="l">
              <a:spcBef>
                <a:spcPts val="533"/>
              </a:spcBef>
              <a:spcAft>
                <a:spcPts val="0"/>
              </a:spcAft>
              <a:buClr>
                <a:schemeClr val="dk1"/>
              </a:buClr>
              <a:buSzPts val="2666"/>
              <a:buFont typeface="Arial"/>
              <a:buChar char="•"/>
              <a:defRPr sz="2666"/>
            </a:lvl3pPr>
            <a:lvl4pPr indent="-381000" lvl="3" marL="18288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–"/>
              <a:defRPr sz="2400"/>
            </a:lvl4pPr>
            <a:lvl5pPr indent="-381000" lvl="4" marL="2286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»"/>
              <a:defRPr sz="2400"/>
            </a:lvl5pPr>
            <a:lvl6pPr indent="-381000" lvl="5" marL="2743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»"/>
              <a:defRPr sz="2400"/>
            </a:lvl6pPr>
            <a:lvl7pPr indent="-381000" lvl="6" marL="3200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»"/>
              <a:defRPr sz="2400"/>
            </a:lvl7pPr>
            <a:lvl8pPr indent="-381000" lvl="7" marL="3657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»"/>
              <a:defRPr sz="2400"/>
            </a:lvl8pPr>
            <a:lvl9pPr indent="-381000" lvl="8" marL="41148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»"/>
              <a:defRPr sz="24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14501801" y="10080573"/>
            <a:ext cx="12859449" cy="28510473"/>
          </a:xfrm>
          <a:prstGeom prst="rect">
            <a:avLst/>
          </a:prstGeom>
          <a:noFill/>
          <a:ln>
            <a:noFill/>
          </a:ln>
        </p:spPr>
        <p:txBody>
          <a:bodyPr anchorCtr="0" anchor="t" bIns="154300" lIns="308600" spcFirstLastPara="1" rIns="308600" wrap="square" tIns="154300">
            <a:noAutofit/>
          </a:bodyPr>
          <a:lstStyle>
            <a:lvl1pPr indent="-465645" lvl="0" marL="457200" algn="l">
              <a:spcBef>
                <a:spcPts val="747"/>
              </a:spcBef>
              <a:spcAft>
                <a:spcPts val="0"/>
              </a:spcAft>
              <a:buClr>
                <a:schemeClr val="dk1"/>
              </a:buClr>
              <a:buSzPts val="3733"/>
              <a:buFont typeface="Arial"/>
              <a:buChar char="•"/>
              <a:defRPr sz="3733"/>
            </a:lvl1pPr>
            <a:lvl2pPr indent="-431800" lvl="1" marL="9144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–"/>
              <a:defRPr sz="3200"/>
            </a:lvl2pPr>
            <a:lvl3pPr indent="-397891" lvl="2" marL="1371600" algn="l">
              <a:spcBef>
                <a:spcPts val="533"/>
              </a:spcBef>
              <a:spcAft>
                <a:spcPts val="0"/>
              </a:spcAft>
              <a:buClr>
                <a:schemeClr val="dk1"/>
              </a:buClr>
              <a:buSzPts val="2666"/>
              <a:buFont typeface="Arial"/>
              <a:buChar char="•"/>
              <a:defRPr sz="2666"/>
            </a:lvl3pPr>
            <a:lvl4pPr indent="-381000" lvl="3" marL="18288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–"/>
              <a:defRPr sz="2400"/>
            </a:lvl4pPr>
            <a:lvl5pPr indent="-381000" lvl="4" marL="2286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»"/>
              <a:defRPr sz="2400"/>
            </a:lvl5pPr>
            <a:lvl6pPr indent="-381000" lvl="5" marL="2743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»"/>
              <a:defRPr sz="2400"/>
            </a:lvl6pPr>
            <a:lvl7pPr indent="-381000" lvl="6" marL="3200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»"/>
              <a:defRPr sz="2400"/>
            </a:lvl7pPr>
            <a:lvl8pPr indent="-381000" lvl="7" marL="3657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»"/>
              <a:defRPr sz="2400"/>
            </a:lvl8pPr>
            <a:lvl9pPr indent="-381000" lvl="8" marL="41148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»"/>
              <a:defRPr sz="24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1439175" y="39340264"/>
            <a:ext cx="6721792" cy="3001103"/>
          </a:xfrm>
          <a:prstGeom prst="rect">
            <a:avLst/>
          </a:prstGeom>
          <a:noFill/>
          <a:ln>
            <a:noFill/>
          </a:ln>
        </p:spPr>
        <p:txBody>
          <a:bodyPr anchorCtr="0" anchor="t" bIns="154300" lIns="308600" spcFirstLastPara="1" rIns="308600" wrap="square" tIns="1543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9839300" y="39340264"/>
            <a:ext cx="9121828" cy="3001103"/>
          </a:xfrm>
          <a:prstGeom prst="rect">
            <a:avLst/>
          </a:prstGeom>
          <a:noFill/>
          <a:ln>
            <a:noFill/>
          </a:ln>
        </p:spPr>
        <p:txBody>
          <a:bodyPr anchorCtr="0" anchor="t" bIns="154300" lIns="308600" spcFirstLastPara="1" rIns="308600" wrap="square" tIns="1543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20639458" y="39340264"/>
            <a:ext cx="6721792" cy="3001103"/>
          </a:xfrm>
          <a:prstGeom prst="rect">
            <a:avLst/>
          </a:prstGeom>
          <a:noFill/>
          <a:ln>
            <a:noFill/>
          </a:ln>
        </p:spPr>
        <p:txBody>
          <a:bodyPr anchorCtr="0" anchor="t" bIns="154300" lIns="308600" spcFirstLastPara="1" rIns="308600" wrap="square" tIns="1543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 b="0" i="0" sz="6266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 b="0" i="0" sz="6266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 b="0" i="0" sz="6266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 b="0" i="0" sz="6266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 b="0" i="0" sz="6266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 b="0" i="0" sz="6266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 b="0" i="0" sz="6266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 b="0" i="0" sz="6266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 b="0" i="0" sz="6266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ação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1439175" y="1729128"/>
            <a:ext cx="25922076" cy="7200106"/>
          </a:xfrm>
          <a:prstGeom prst="rect">
            <a:avLst/>
          </a:prstGeom>
          <a:noFill/>
          <a:ln>
            <a:noFill/>
          </a:ln>
        </p:spPr>
        <p:txBody>
          <a:bodyPr anchorCtr="0" anchor="ctr" bIns="154300" lIns="308600" spcFirstLastPara="1" rIns="308600" wrap="square" tIns="1543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1439175" y="9669985"/>
            <a:ext cx="12726114" cy="4029689"/>
          </a:xfrm>
          <a:prstGeom prst="rect">
            <a:avLst/>
          </a:prstGeom>
          <a:noFill/>
          <a:ln>
            <a:noFill/>
          </a:ln>
        </p:spPr>
        <p:txBody>
          <a:bodyPr anchorCtr="0" anchor="b" bIns="154300" lIns="308600" spcFirstLastPara="1" rIns="308600" wrap="square" tIns="154300">
            <a:noAutofit/>
          </a:bodyPr>
          <a:lstStyle>
            <a:lvl1pPr indent="-2286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b="1" sz="3200"/>
            </a:lvl1pPr>
            <a:lvl2pPr indent="-228600" lvl="1" marL="914400" algn="l">
              <a:spcBef>
                <a:spcPts val="533"/>
              </a:spcBef>
              <a:spcAft>
                <a:spcPts val="0"/>
              </a:spcAft>
              <a:buClr>
                <a:schemeClr val="dk1"/>
              </a:buClr>
              <a:buSzPts val="2666"/>
              <a:buFont typeface="Arial"/>
              <a:buNone/>
              <a:defRPr b="1" sz="2666"/>
            </a:lvl2pPr>
            <a:lvl3pPr indent="-2286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1" sz="2400"/>
            </a:lvl3pPr>
            <a:lvl4pPr indent="-228600" lvl="3" marL="1828800" algn="l">
              <a:spcBef>
                <a:spcPts val="427"/>
              </a:spcBef>
              <a:spcAft>
                <a:spcPts val="0"/>
              </a:spcAft>
              <a:buClr>
                <a:schemeClr val="dk1"/>
              </a:buClr>
              <a:buSzPts val="2133"/>
              <a:buFont typeface="Arial"/>
              <a:buNone/>
              <a:defRPr b="1" sz="2133"/>
            </a:lvl4pPr>
            <a:lvl5pPr indent="-228600" lvl="4" marL="2286000" algn="l">
              <a:spcBef>
                <a:spcPts val="427"/>
              </a:spcBef>
              <a:spcAft>
                <a:spcPts val="0"/>
              </a:spcAft>
              <a:buClr>
                <a:schemeClr val="dk1"/>
              </a:buClr>
              <a:buSzPts val="2133"/>
              <a:buFont typeface="Arial"/>
              <a:buNone/>
              <a:defRPr b="1" sz="2133"/>
            </a:lvl5pPr>
            <a:lvl6pPr indent="-228600" lvl="5" marL="2743200" algn="l">
              <a:spcBef>
                <a:spcPts val="427"/>
              </a:spcBef>
              <a:spcAft>
                <a:spcPts val="0"/>
              </a:spcAft>
              <a:buClr>
                <a:schemeClr val="dk1"/>
              </a:buClr>
              <a:buSzPts val="2133"/>
              <a:buFont typeface="Arial"/>
              <a:buNone/>
              <a:defRPr b="1" sz="2133"/>
            </a:lvl6pPr>
            <a:lvl7pPr indent="-228600" lvl="6" marL="3200400" algn="l">
              <a:spcBef>
                <a:spcPts val="427"/>
              </a:spcBef>
              <a:spcAft>
                <a:spcPts val="0"/>
              </a:spcAft>
              <a:buClr>
                <a:schemeClr val="dk1"/>
              </a:buClr>
              <a:buSzPts val="2133"/>
              <a:buFont typeface="Arial"/>
              <a:buNone/>
              <a:defRPr b="1" sz="2133"/>
            </a:lvl7pPr>
            <a:lvl8pPr indent="-228600" lvl="7" marL="3657600" algn="l">
              <a:spcBef>
                <a:spcPts val="427"/>
              </a:spcBef>
              <a:spcAft>
                <a:spcPts val="0"/>
              </a:spcAft>
              <a:buClr>
                <a:schemeClr val="dk1"/>
              </a:buClr>
              <a:buSzPts val="2133"/>
              <a:buFont typeface="Arial"/>
              <a:buNone/>
              <a:defRPr b="1" sz="2133"/>
            </a:lvl8pPr>
            <a:lvl9pPr indent="-228600" lvl="8" marL="4114800" algn="l">
              <a:spcBef>
                <a:spcPts val="427"/>
              </a:spcBef>
              <a:spcAft>
                <a:spcPts val="0"/>
              </a:spcAft>
              <a:buClr>
                <a:schemeClr val="dk1"/>
              </a:buClr>
              <a:buSzPts val="2133"/>
              <a:buFont typeface="Arial"/>
              <a:buNone/>
              <a:defRPr b="1" sz="2133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1439175" y="13699675"/>
            <a:ext cx="12726114" cy="24891372"/>
          </a:xfrm>
          <a:prstGeom prst="rect">
            <a:avLst/>
          </a:prstGeom>
          <a:noFill/>
          <a:ln>
            <a:noFill/>
          </a:ln>
        </p:spPr>
        <p:txBody>
          <a:bodyPr anchorCtr="0" anchor="t" bIns="154300" lIns="308600" spcFirstLastPara="1" rIns="308600" wrap="square" tIns="154300">
            <a:no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/>
            </a:lvl1pPr>
            <a:lvl2pPr indent="-397891" lvl="1" marL="914400" algn="l">
              <a:spcBef>
                <a:spcPts val="533"/>
              </a:spcBef>
              <a:spcAft>
                <a:spcPts val="0"/>
              </a:spcAft>
              <a:buClr>
                <a:schemeClr val="dk1"/>
              </a:buClr>
              <a:buSzPts val="2666"/>
              <a:buFont typeface="Arial"/>
              <a:buChar char="–"/>
              <a:defRPr sz="2666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/>
            </a:lvl3pPr>
            <a:lvl4pPr indent="-364045" lvl="3" marL="1828800" algn="l">
              <a:spcBef>
                <a:spcPts val="427"/>
              </a:spcBef>
              <a:spcAft>
                <a:spcPts val="0"/>
              </a:spcAft>
              <a:buClr>
                <a:schemeClr val="dk1"/>
              </a:buClr>
              <a:buSzPts val="2133"/>
              <a:buFont typeface="Arial"/>
              <a:buChar char="–"/>
              <a:defRPr sz="2133"/>
            </a:lvl4pPr>
            <a:lvl5pPr indent="-364045" lvl="4" marL="2286000" algn="l">
              <a:spcBef>
                <a:spcPts val="427"/>
              </a:spcBef>
              <a:spcAft>
                <a:spcPts val="0"/>
              </a:spcAft>
              <a:buClr>
                <a:schemeClr val="dk1"/>
              </a:buClr>
              <a:buSzPts val="2133"/>
              <a:buFont typeface="Arial"/>
              <a:buChar char="»"/>
              <a:defRPr sz="2133"/>
            </a:lvl5pPr>
            <a:lvl6pPr indent="-364045" lvl="5" marL="2743200" algn="l">
              <a:spcBef>
                <a:spcPts val="427"/>
              </a:spcBef>
              <a:spcAft>
                <a:spcPts val="0"/>
              </a:spcAft>
              <a:buClr>
                <a:schemeClr val="dk1"/>
              </a:buClr>
              <a:buSzPts val="2133"/>
              <a:buFont typeface="Arial"/>
              <a:buChar char="»"/>
              <a:defRPr sz="2133"/>
            </a:lvl6pPr>
            <a:lvl7pPr indent="-364045" lvl="6" marL="3200400" algn="l">
              <a:spcBef>
                <a:spcPts val="427"/>
              </a:spcBef>
              <a:spcAft>
                <a:spcPts val="0"/>
              </a:spcAft>
              <a:buClr>
                <a:schemeClr val="dk1"/>
              </a:buClr>
              <a:buSzPts val="2133"/>
              <a:buFont typeface="Arial"/>
              <a:buChar char="»"/>
              <a:defRPr sz="2133"/>
            </a:lvl7pPr>
            <a:lvl8pPr indent="-364045" lvl="7" marL="3657600" algn="l">
              <a:spcBef>
                <a:spcPts val="427"/>
              </a:spcBef>
              <a:spcAft>
                <a:spcPts val="0"/>
              </a:spcAft>
              <a:buClr>
                <a:schemeClr val="dk1"/>
              </a:buClr>
              <a:buSzPts val="2133"/>
              <a:buFont typeface="Arial"/>
              <a:buChar char="»"/>
              <a:defRPr sz="2133"/>
            </a:lvl8pPr>
            <a:lvl9pPr indent="-364045" lvl="8" marL="4114800" algn="l">
              <a:spcBef>
                <a:spcPts val="427"/>
              </a:spcBef>
              <a:spcAft>
                <a:spcPts val="0"/>
              </a:spcAft>
              <a:buClr>
                <a:schemeClr val="dk1"/>
              </a:buClr>
              <a:buSzPts val="2133"/>
              <a:buFont typeface="Arial"/>
              <a:buChar char="»"/>
              <a:defRPr sz="2133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14630904" y="9669985"/>
            <a:ext cx="12730346" cy="4029689"/>
          </a:xfrm>
          <a:prstGeom prst="rect">
            <a:avLst/>
          </a:prstGeom>
          <a:noFill/>
          <a:ln>
            <a:noFill/>
          </a:ln>
        </p:spPr>
        <p:txBody>
          <a:bodyPr anchorCtr="0" anchor="b" bIns="154300" lIns="308600" spcFirstLastPara="1" rIns="308600" wrap="square" tIns="154300">
            <a:noAutofit/>
          </a:bodyPr>
          <a:lstStyle>
            <a:lvl1pPr indent="-2286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b="1" sz="3200"/>
            </a:lvl1pPr>
            <a:lvl2pPr indent="-228600" lvl="1" marL="914400" algn="l">
              <a:spcBef>
                <a:spcPts val="533"/>
              </a:spcBef>
              <a:spcAft>
                <a:spcPts val="0"/>
              </a:spcAft>
              <a:buClr>
                <a:schemeClr val="dk1"/>
              </a:buClr>
              <a:buSzPts val="2666"/>
              <a:buFont typeface="Arial"/>
              <a:buNone/>
              <a:defRPr b="1" sz="2666"/>
            </a:lvl2pPr>
            <a:lvl3pPr indent="-2286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1" sz="2400"/>
            </a:lvl3pPr>
            <a:lvl4pPr indent="-228600" lvl="3" marL="1828800" algn="l">
              <a:spcBef>
                <a:spcPts val="427"/>
              </a:spcBef>
              <a:spcAft>
                <a:spcPts val="0"/>
              </a:spcAft>
              <a:buClr>
                <a:schemeClr val="dk1"/>
              </a:buClr>
              <a:buSzPts val="2133"/>
              <a:buFont typeface="Arial"/>
              <a:buNone/>
              <a:defRPr b="1" sz="2133"/>
            </a:lvl4pPr>
            <a:lvl5pPr indent="-228600" lvl="4" marL="2286000" algn="l">
              <a:spcBef>
                <a:spcPts val="427"/>
              </a:spcBef>
              <a:spcAft>
                <a:spcPts val="0"/>
              </a:spcAft>
              <a:buClr>
                <a:schemeClr val="dk1"/>
              </a:buClr>
              <a:buSzPts val="2133"/>
              <a:buFont typeface="Arial"/>
              <a:buNone/>
              <a:defRPr b="1" sz="2133"/>
            </a:lvl5pPr>
            <a:lvl6pPr indent="-228600" lvl="5" marL="2743200" algn="l">
              <a:spcBef>
                <a:spcPts val="427"/>
              </a:spcBef>
              <a:spcAft>
                <a:spcPts val="0"/>
              </a:spcAft>
              <a:buClr>
                <a:schemeClr val="dk1"/>
              </a:buClr>
              <a:buSzPts val="2133"/>
              <a:buFont typeface="Arial"/>
              <a:buNone/>
              <a:defRPr b="1" sz="2133"/>
            </a:lvl6pPr>
            <a:lvl7pPr indent="-228600" lvl="6" marL="3200400" algn="l">
              <a:spcBef>
                <a:spcPts val="427"/>
              </a:spcBef>
              <a:spcAft>
                <a:spcPts val="0"/>
              </a:spcAft>
              <a:buClr>
                <a:schemeClr val="dk1"/>
              </a:buClr>
              <a:buSzPts val="2133"/>
              <a:buFont typeface="Arial"/>
              <a:buNone/>
              <a:defRPr b="1" sz="2133"/>
            </a:lvl7pPr>
            <a:lvl8pPr indent="-228600" lvl="7" marL="3657600" algn="l">
              <a:spcBef>
                <a:spcPts val="427"/>
              </a:spcBef>
              <a:spcAft>
                <a:spcPts val="0"/>
              </a:spcAft>
              <a:buClr>
                <a:schemeClr val="dk1"/>
              </a:buClr>
              <a:buSzPts val="2133"/>
              <a:buFont typeface="Arial"/>
              <a:buNone/>
              <a:defRPr b="1" sz="2133"/>
            </a:lvl8pPr>
            <a:lvl9pPr indent="-228600" lvl="8" marL="4114800" algn="l">
              <a:spcBef>
                <a:spcPts val="427"/>
              </a:spcBef>
              <a:spcAft>
                <a:spcPts val="0"/>
              </a:spcAft>
              <a:buClr>
                <a:schemeClr val="dk1"/>
              </a:buClr>
              <a:buSzPts val="2133"/>
              <a:buFont typeface="Arial"/>
              <a:buNone/>
              <a:defRPr b="1" sz="2133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14630904" y="13699675"/>
            <a:ext cx="12730346" cy="24891372"/>
          </a:xfrm>
          <a:prstGeom prst="rect">
            <a:avLst/>
          </a:prstGeom>
          <a:noFill/>
          <a:ln>
            <a:noFill/>
          </a:ln>
        </p:spPr>
        <p:txBody>
          <a:bodyPr anchorCtr="0" anchor="t" bIns="154300" lIns="308600" spcFirstLastPara="1" rIns="308600" wrap="square" tIns="154300">
            <a:no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/>
            </a:lvl1pPr>
            <a:lvl2pPr indent="-397891" lvl="1" marL="914400" algn="l">
              <a:spcBef>
                <a:spcPts val="533"/>
              </a:spcBef>
              <a:spcAft>
                <a:spcPts val="0"/>
              </a:spcAft>
              <a:buClr>
                <a:schemeClr val="dk1"/>
              </a:buClr>
              <a:buSzPts val="2666"/>
              <a:buFont typeface="Arial"/>
              <a:buChar char="–"/>
              <a:defRPr sz="2666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/>
            </a:lvl3pPr>
            <a:lvl4pPr indent="-364045" lvl="3" marL="1828800" algn="l">
              <a:spcBef>
                <a:spcPts val="427"/>
              </a:spcBef>
              <a:spcAft>
                <a:spcPts val="0"/>
              </a:spcAft>
              <a:buClr>
                <a:schemeClr val="dk1"/>
              </a:buClr>
              <a:buSzPts val="2133"/>
              <a:buFont typeface="Arial"/>
              <a:buChar char="–"/>
              <a:defRPr sz="2133"/>
            </a:lvl4pPr>
            <a:lvl5pPr indent="-364045" lvl="4" marL="2286000" algn="l">
              <a:spcBef>
                <a:spcPts val="427"/>
              </a:spcBef>
              <a:spcAft>
                <a:spcPts val="0"/>
              </a:spcAft>
              <a:buClr>
                <a:schemeClr val="dk1"/>
              </a:buClr>
              <a:buSzPts val="2133"/>
              <a:buFont typeface="Arial"/>
              <a:buChar char="»"/>
              <a:defRPr sz="2133"/>
            </a:lvl5pPr>
            <a:lvl6pPr indent="-364045" lvl="5" marL="2743200" algn="l">
              <a:spcBef>
                <a:spcPts val="427"/>
              </a:spcBef>
              <a:spcAft>
                <a:spcPts val="0"/>
              </a:spcAft>
              <a:buClr>
                <a:schemeClr val="dk1"/>
              </a:buClr>
              <a:buSzPts val="2133"/>
              <a:buFont typeface="Arial"/>
              <a:buChar char="»"/>
              <a:defRPr sz="2133"/>
            </a:lvl6pPr>
            <a:lvl7pPr indent="-364045" lvl="6" marL="3200400" algn="l">
              <a:spcBef>
                <a:spcPts val="427"/>
              </a:spcBef>
              <a:spcAft>
                <a:spcPts val="0"/>
              </a:spcAft>
              <a:buClr>
                <a:schemeClr val="dk1"/>
              </a:buClr>
              <a:buSzPts val="2133"/>
              <a:buFont typeface="Arial"/>
              <a:buChar char="»"/>
              <a:defRPr sz="2133"/>
            </a:lvl7pPr>
            <a:lvl8pPr indent="-364045" lvl="7" marL="3657600" algn="l">
              <a:spcBef>
                <a:spcPts val="427"/>
              </a:spcBef>
              <a:spcAft>
                <a:spcPts val="0"/>
              </a:spcAft>
              <a:buClr>
                <a:schemeClr val="dk1"/>
              </a:buClr>
              <a:buSzPts val="2133"/>
              <a:buFont typeface="Arial"/>
              <a:buChar char="»"/>
              <a:defRPr sz="2133"/>
            </a:lvl8pPr>
            <a:lvl9pPr indent="-364045" lvl="8" marL="4114800" algn="l">
              <a:spcBef>
                <a:spcPts val="427"/>
              </a:spcBef>
              <a:spcAft>
                <a:spcPts val="0"/>
              </a:spcAft>
              <a:buClr>
                <a:schemeClr val="dk1"/>
              </a:buClr>
              <a:buSzPts val="2133"/>
              <a:buFont typeface="Arial"/>
              <a:buChar char="»"/>
              <a:defRPr sz="2133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1439175" y="39340264"/>
            <a:ext cx="6721792" cy="3001103"/>
          </a:xfrm>
          <a:prstGeom prst="rect">
            <a:avLst/>
          </a:prstGeom>
          <a:noFill/>
          <a:ln>
            <a:noFill/>
          </a:ln>
        </p:spPr>
        <p:txBody>
          <a:bodyPr anchorCtr="0" anchor="t" bIns="154300" lIns="308600" spcFirstLastPara="1" rIns="308600" wrap="square" tIns="1543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9839300" y="39340264"/>
            <a:ext cx="9121828" cy="3001103"/>
          </a:xfrm>
          <a:prstGeom prst="rect">
            <a:avLst/>
          </a:prstGeom>
          <a:noFill/>
          <a:ln>
            <a:noFill/>
          </a:ln>
        </p:spPr>
        <p:txBody>
          <a:bodyPr anchorCtr="0" anchor="t" bIns="154300" lIns="308600" spcFirstLastPara="1" rIns="308600" wrap="square" tIns="1543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20639458" y="39340264"/>
            <a:ext cx="6721792" cy="3001103"/>
          </a:xfrm>
          <a:prstGeom prst="rect">
            <a:avLst/>
          </a:prstGeom>
          <a:noFill/>
          <a:ln>
            <a:noFill/>
          </a:ln>
        </p:spPr>
        <p:txBody>
          <a:bodyPr anchorCtr="0" anchor="t" bIns="154300" lIns="308600" spcFirstLastPara="1" rIns="308600" wrap="square" tIns="1543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 b="0" i="0" sz="6266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 b="0" i="0" sz="6266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 b="0" i="0" sz="6266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 b="0" i="0" sz="6266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 b="0" i="0" sz="6266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 b="0" i="0" sz="6266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 b="0" i="0" sz="6266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 b="0" i="0" sz="6266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 b="0" i="0" sz="6266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mente título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1439175" y="1729128"/>
            <a:ext cx="25922076" cy="7200106"/>
          </a:xfrm>
          <a:prstGeom prst="rect">
            <a:avLst/>
          </a:prstGeom>
          <a:noFill/>
          <a:ln>
            <a:noFill/>
          </a:ln>
        </p:spPr>
        <p:txBody>
          <a:bodyPr anchorCtr="0" anchor="ctr" bIns="154300" lIns="308600" spcFirstLastPara="1" rIns="308600" wrap="square" tIns="1543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1439175" y="39340264"/>
            <a:ext cx="6721792" cy="3001103"/>
          </a:xfrm>
          <a:prstGeom prst="rect">
            <a:avLst/>
          </a:prstGeom>
          <a:noFill/>
          <a:ln>
            <a:noFill/>
          </a:ln>
        </p:spPr>
        <p:txBody>
          <a:bodyPr anchorCtr="0" anchor="t" bIns="154300" lIns="308600" spcFirstLastPara="1" rIns="308600" wrap="square" tIns="1543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9839300" y="39340264"/>
            <a:ext cx="9121828" cy="3001103"/>
          </a:xfrm>
          <a:prstGeom prst="rect">
            <a:avLst/>
          </a:prstGeom>
          <a:noFill/>
          <a:ln>
            <a:noFill/>
          </a:ln>
        </p:spPr>
        <p:txBody>
          <a:bodyPr anchorCtr="0" anchor="t" bIns="154300" lIns="308600" spcFirstLastPara="1" rIns="308600" wrap="square" tIns="1543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20639458" y="39340264"/>
            <a:ext cx="6721792" cy="3001103"/>
          </a:xfrm>
          <a:prstGeom prst="rect">
            <a:avLst/>
          </a:prstGeom>
          <a:noFill/>
          <a:ln>
            <a:noFill/>
          </a:ln>
        </p:spPr>
        <p:txBody>
          <a:bodyPr anchorCtr="0" anchor="t" bIns="154300" lIns="308600" spcFirstLastPara="1" rIns="308600" wrap="square" tIns="1543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 b="0" i="0" sz="6266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 b="0" i="0" sz="6266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 b="0" i="0" sz="6266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 b="0" i="0" sz="6266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 b="0" i="0" sz="6266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 b="0" i="0" sz="6266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 b="0" i="0" sz="6266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 b="0" i="0" sz="6266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 b="0" i="0" sz="6266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m branco" type="blank">
  <p:cSld name="BLANK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idx="10" type="dt"/>
          </p:nvPr>
        </p:nvSpPr>
        <p:spPr>
          <a:xfrm>
            <a:off x="1439175" y="39340264"/>
            <a:ext cx="6721792" cy="3001103"/>
          </a:xfrm>
          <a:prstGeom prst="rect">
            <a:avLst/>
          </a:prstGeom>
          <a:noFill/>
          <a:ln>
            <a:noFill/>
          </a:ln>
        </p:spPr>
        <p:txBody>
          <a:bodyPr anchorCtr="0" anchor="t" bIns="154300" lIns="308600" spcFirstLastPara="1" rIns="308600" wrap="square" tIns="1543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1" type="ftr"/>
          </p:nvPr>
        </p:nvSpPr>
        <p:spPr>
          <a:xfrm>
            <a:off x="9839300" y="39340264"/>
            <a:ext cx="9121828" cy="3001103"/>
          </a:xfrm>
          <a:prstGeom prst="rect">
            <a:avLst/>
          </a:prstGeom>
          <a:noFill/>
          <a:ln>
            <a:noFill/>
          </a:ln>
        </p:spPr>
        <p:txBody>
          <a:bodyPr anchorCtr="0" anchor="t" bIns="154300" lIns="308600" spcFirstLastPara="1" rIns="308600" wrap="square" tIns="1543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9"/>
          <p:cNvSpPr txBox="1"/>
          <p:nvPr>
            <p:ph idx="12" type="sldNum"/>
          </p:nvPr>
        </p:nvSpPr>
        <p:spPr>
          <a:xfrm>
            <a:off x="20639458" y="39340264"/>
            <a:ext cx="6721792" cy="3001103"/>
          </a:xfrm>
          <a:prstGeom prst="rect">
            <a:avLst/>
          </a:prstGeom>
          <a:noFill/>
          <a:ln>
            <a:noFill/>
          </a:ln>
        </p:spPr>
        <p:txBody>
          <a:bodyPr anchorCtr="0" anchor="t" bIns="154300" lIns="308600" spcFirstLastPara="1" rIns="308600" wrap="square" tIns="1543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 b="0" i="0" sz="6266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 b="0" i="0" sz="6266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 b="0" i="0" sz="6266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 b="0" i="0" sz="6266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 b="0" i="0" sz="6266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 b="0" i="0" sz="6266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 b="0" i="0" sz="6266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 b="0" i="0" sz="6266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 b="0" i="0" sz="6266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údo com Legenda" type="objTx">
  <p:cSld name="OBJECT_WITH_CAPTION_TEXT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0"/>
          <p:cNvSpPr txBox="1"/>
          <p:nvPr>
            <p:ph type="title"/>
          </p:nvPr>
        </p:nvSpPr>
        <p:spPr>
          <a:xfrm>
            <a:off x="1439175" y="1720661"/>
            <a:ext cx="9475273" cy="7318627"/>
          </a:xfrm>
          <a:prstGeom prst="rect">
            <a:avLst/>
          </a:prstGeom>
          <a:noFill/>
          <a:ln>
            <a:noFill/>
          </a:ln>
        </p:spPr>
        <p:txBody>
          <a:bodyPr anchorCtr="0" anchor="b" bIns="154300" lIns="308600" spcFirstLastPara="1" rIns="308600" wrap="square" tIns="1543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1" sz="2666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0"/>
          <p:cNvSpPr txBox="1"/>
          <p:nvPr>
            <p:ph idx="1" type="body"/>
          </p:nvPr>
        </p:nvSpPr>
        <p:spPr>
          <a:xfrm>
            <a:off x="11259425" y="1720662"/>
            <a:ext cx="16101825" cy="36870385"/>
          </a:xfrm>
          <a:prstGeom prst="rect">
            <a:avLst/>
          </a:prstGeom>
          <a:noFill/>
          <a:ln>
            <a:noFill/>
          </a:ln>
        </p:spPr>
        <p:txBody>
          <a:bodyPr anchorCtr="0" anchor="t" bIns="154300" lIns="308600" spcFirstLastPara="1" rIns="308600" wrap="square" tIns="154300">
            <a:noAutofit/>
          </a:bodyPr>
          <a:lstStyle>
            <a:lvl1pPr indent="-499491" lvl="0" marL="457200" algn="l">
              <a:spcBef>
                <a:spcPts val="853"/>
              </a:spcBef>
              <a:spcAft>
                <a:spcPts val="0"/>
              </a:spcAft>
              <a:buClr>
                <a:schemeClr val="dk1"/>
              </a:buClr>
              <a:buSzPts val="4266"/>
              <a:buFont typeface="Arial"/>
              <a:buChar char="•"/>
              <a:defRPr sz="4266"/>
            </a:lvl1pPr>
            <a:lvl2pPr indent="-465645" lvl="1" marL="914400" algn="l">
              <a:spcBef>
                <a:spcPts val="747"/>
              </a:spcBef>
              <a:spcAft>
                <a:spcPts val="0"/>
              </a:spcAft>
              <a:buClr>
                <a:schemeClr val="dk1"/>
              </a:buClr>
              <a:buSzPts val="3733"/>
              <a:buFont typeface="Arial"/>
              <a:buChar char="–"/>
              <a:defRPr sz="3733"/>
            </a:lvl2pPr>
            <a:lvl3pPr indent="-431800" lvl="2" marL="13716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/>
            </a:lvl3pPr>
            <a:lvl4pPr indent="-397891" lvl="3" marL="1828800" algn="l">
              <a:spcBef>
                <a:spcPts val="533"/>
              </a:spcBef>
              <a:spcAft>
                <a:spcPts val="0"/>
              </a:spcAft>
              <a:buClr>
                <a:schemeClr val="dk1"/>
              </a:buClr>
              <a:buSzPts val="2666"/>
              <a:buFont typeface="Arial"/>
              <a:buChar char="–"/>
              <a:defRPr sz="2666"/>
            </a:lvl4pPr>
            <a:lvl5pPr indent="-397891" lvl="4" marL="2286000" algn="l">
              <a:spcBef>
                <a:spcPts val="533"/>
              </a:spcBef>
              <a:spcAft>
                <a:spcPts val="0"/>
              </a:spcAft>
              <a:buClr>
                <a:schemeClr val="dk1"/>
              </a:buClr>
              <a:buSzPts val="2666"/>
              <a:buFont typeface="Arial"/>
              <a:buChar char="»"/>
              <a:defRPr sz="2666"/>
            </a:lvl5pPr>
            <a:lvl6pPr indent="-397891" lvl="5" marL="2743200" algn="l">
              <a:spcBef>
                <a:spcPts val="533"/>
              </a:spcBef>
              <a:spcAft>
                <a:spcPts val="0"/>
              </a:spcAft>
              <a:buClr>
                <a:schemeClr val="dk1"/>
              </a:buClr>
              <a:buSzPts val="2666"/>
              <a:buFont typeface="Arial"/>
              <a:buChar char="»"/>
              <a:defRPr sz="2666"/>
            </a:lvl6pPr>
            <a:lvl7pPr indent="-397891" lvl="6" marL="3200400" algn="l">
              <a:spcBef>
                <a:spcPts val="533"/>
              </a:spcBef>
              <a:spcAft>
                <a:spcPts val="0"/>
              </a:spcAft>
              <a:buClr>
                <a:schemeClr val="dk1"/>
              </a:buClr>
              <a:buSzPts val="2666"/>
              <a:buFont typeface="Arial"/>
              <a:buChar char="»"/>
              <a:defRPr sz="2666"/>
            </a:lvl7pPr>
            <a:lvl8pPr indent="-397890" lvl="7" marL="3657600" algn="l">
              <a:spcBef>
                <a:spcPts val="533"/>
              </a:spcBef>
              <a:spcAft>
                <a:spcPts val="0"/>
              </a:spcAft>
              <a:buClr>
                <a:schemeClr val="dk1"/>
              </a:buClr>
              <a:buSzPts val="2666"/>
              <a:buFont typeface="Arial"/>
              <a:buChar char="»"/>
              <a:defRPr sz="2666"/>
            </a:lvl8pPr>
            <a:lvl9pPr indent="-397890" lvl="8" marL="4114800" algn="l">
              <a:spcBef>
                <a:spcPts val="533"/>
              </a:spcBef>
              <a:spcAft>
                <a:spcPts val="0"/>
              </a:spcAft>
              <a:buClr>
                <a:schemeClr val="dk1"/>
              </a:buClr>
              <a:buSzPts val="2666"/>
              <a:buFont typeface="Arial"/>
              <a:buChar char="»"/>
              <a:defRPr sz="2666"/>
            </a:lvl9pPr>
          </a:lstStyle>
          <a:p/>
        </p:txBody>
      </p:sp>
      <p:sp>
        <p:nvSpPr>
          <p:cNvPr id="61" name="Google Shape;61;p10"/>
          <p:cNvSpPr txBox="1"/>
          <p:nvPr>
            <p:ph idx="2" type="body"/>
          </p:nvPr>
        </p:nvSpPr>
        <p:spPr>
          <a:xfrm>
            <a:off x="1439175" y="9039287"/>
            <a:ext cx="9475273" cy="29551759"/>
          </a:xfrm>
          <a:prstGeom prst="rect">
            <a:avLst/>
          </a:prstGeom>
          <a:noFill/>
          <a:ln>
            <a:noFill/>
          </a:ln>
        </p:spPr>
        <p:txBody>
          <a:bodyPr anchorCtr="0" anchor="t" bIns="154300" lIns="308600" spcFirstLastPara="1" rIns="308600" wrap="square" tIns="154300">
            <a:noAutofit/>
          </a:bodyPr>
          <a:lstStyle>
            <a:lvl1pPr indent="-228600" lvl="0" marL="457200" algn="l">
              <a:spcBef>
                <a:spcPts val="373"/>
              </a:spcBef>
              <a:spcAft>
                <a:spcPts val="0"/>
              </a:spcAft>
              <a:buClr>
                <a:schemeClr val="dk1"/>
              </a:buClr>
              <a:buSzPts val="1866"/>
              <a:buFont typeface="Arial"/>
              <a:buNone/>
              <a:defRPr sz="1866"/>
            </a:lvl1pPr>
            <a:lvl2pPr indent="-228600" lvl="1" marL="914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/>
            </a:lvl2pPr>
            <a:lvl3pPr indent="-228600" lvl="2" marL="1371600" algn="l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333"/>
              <a:buFont typeface="Arial"/>
              <a:buNone/>
              <a:defRPr sz="1333"/>
            </a:lvl3pPr>
            <a:lvl4pPr indent="-228600" lvl="3" marL="18288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/>
            </a:lvl4pPr>
            <a:lvl5pPr indent="-228600" lvl="4" marL="22860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/>
            </a:lvl5pPr>
            <a:lvl6pPr indent="-228600" lvl="5" marL="27432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/>
            </a:lvl6pPr>
            <a:lvl7pPr indent="-228600" lvl="6" marL="3200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/>
            </a:lvl7pPr>
            <a:lvl8pPr indent="-228600" lvl="7" marL="3657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/>
            </a:lvl8pPr>
            <a:lvl9pPr indent="-228600" lvl="8" marL="41148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/>
            </a:lvl9pPr>
          </a:lstStyle>
          <a:p/>
        </p:txBody>
      </p:sp>
      <p:sp>
        <p:nvSpPr>
          <p:cNvPr id="62" name="Google Shape;62;p10"/>
          <p:cNvSpPr txBox="1"/>
          <p:nvPr>
            <p:ph idx="10" type="dt"/>
          </p:nvPr>
        </p:nvSpPr>
        <p:spPr>
          <a:xfrm>
            <a:off x="1439175" y="39340264"/>
            <a:ext cx="6721792" cy="3001103"/>
          </a:xfrm>
          <a:prstGeom prst="rect">
            <a:avLst/>
          </a:prstGeom>
          <a:noFill/>
          <a:ln>
            <a:noFill/>
          </a:ln>
        </p:spPr>
        <p:txBody>
          <a:bodyPr anchorCtr="0" anchor="t" bIns="154300" lIns="308600" spcFirstLastPara="1" rIns="308600" wrap="square" tIns="1543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 txBox="1"/>
          <p:nvPr>
            <p:ph idx="11" type="ftr"/>
          </p:nvPr>
        </p:nvSpPr>
        <p:spPr>
          <a:xfrm>
            <a:off x="9839300" y="39340264"/>
            <a:ext cx="9121828" cy="3001103"/>
          </a:xfrm>
          <a:prstGeom prst="rect">
            <a:avLst/>
          </a:prstGeom>
          <a:noFill/>
          <a:ln>
            <a:noFill/>
          </a:ln>
        </p:spPr>
        <p:txBody>
          <a:bodyPr anchorCtr="0" anchor="t" bIns="154300" lIns="308600" spcFirstLastPara="1" rIns="308600" wrap="square" tIns="1543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10"/>
          <p:cNvSpPr txBox="1"/>
          <p:nvPr>
            <p:ph idx="12" type="sldNum"/>
          </p:nvPr>
        </p:nvSpPr>
        <p:spPr>
          <a:xfrm>
            <a:off x="20639458" y="39340264"/>
            <a:ext cx="6721792" cy="3001103"/>
          </a:xfrm>
          <a:prstGeom prst="rect">
            <a:avLst/>
          </a:prstGeom>
          <a:noFill/>
          <a:ln>
            <a:noFill/>
          </a:ln>
        </p:spPr>
        <p:txBody>
          <a:bodyPr anchorCtr="0" anchor="t" bIns="154300" lIns="308600" spcFirstLastPara="1" rIns="308600" wrap="square" tIns="1543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 b="0" i="0" sz="6266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 b="0" i="0" sz="6266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 b="0" i="0" sz="6266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 b="0" i="0" sz="6266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 b="0" i="0" sz="6266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 b="0" i="0" sz="6266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 b="0" i="0" sz="6266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 b="0" i="0" sz="6266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 b="0" i="0" sz="6266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m com Legenda" type="picTx">
  <p:cSld name="PICTURE_WITH_CAPTION_TEXT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1"/>
          <p:cNvSpPr txBox="1"/>
          <p:nvPr>
            <p:ph type="title"/>
          </p:nvPr>
        </p:nvSpPr>
        <p:spPr>
          <a:xfrm>
            <a:off x="5644529" y="30239601"/>
            <a:ext cx="17280678" cy="3570424"/>
          </a:xfrm>
          <a:prstGeom prst="rect">
            <a:avLst/>
          </a:prstGeom>
          <a:noFill/>
          <a:ln>
            <a:noFill/>
          </a:ln>
        </p:spPr>
        <p:txBody>
          <a:bodyPr anchorCtr="0" anchor="b" bIns="154300" lIns="308600" spcFirstLastPara="1" rIns="308600" wrap="square" tIns="1543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1" sz="2666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1"/>
          <p:cNvSpPr/>
          <p:nvPr>
            <p:ph idx="2" type="pic"/>
          </p:nvPr>
        </p:nvSpPr>
        <p:spPr>
          <a:xfrm>
            <a:off x="5644529" y="3860375"/>
            <a:ext cx="17280678" cy="25919960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11"/>
          <p:cNvSpPr txBox="1"/>
          <p:nvPr>
            <p:ph idx="1" type="body"/>
          </p:nvPr>
        </p:nvSpPr>
        <p:spPr>
          <a:xfrm>
            <a:off x="5644529" y="33810024"/>
            <a:ext cx="17280678" cy="5070974"/>
          </a:xfrm>
          <a:prstGeom prst="rect">
            <a:avLst/>
          </a:prstGeom>
          <a:noFill/>
          <a:ln>
            <a:noFill/>
          </a:ln>
        </p:spPr>
        <p:txBody>
          <a:bodyPr anchorCtr="0" anchor="t" bIns="154300" lIns="308600" spcFirstLastPara="1" rIns="308600" wrap="square" tIns="154300">
            <a:noAutofit/>
          </a:bodyPr>
          <a:lstStyle>
            <a:lvl1pPr indent="-228600" lvl="0" marL="457200" algn="l">
              <a:spcBef>
                <a:spcPts val="373"/>
              </a:spcBef>
              <a:spcAft>
                <a:spcPts val="0"/>
              </a:spcAft>
              <a:buClr>
                <a:schemeClr val="dk1"/>
              </a:buClr>
              <a:buSzPts val="1866"/>
              <a:buFont typeface="Arial"/>
              <a:buNone/>
              <a:defRPr sz="1866"/>
            </a:lvl1pPr>
            <a:lvl2pPr indent="-228600" lvl="1" marL="914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/>
            </a:lvl2pPr>
            <a:lvl3pPr indent="-228600" lvl="2" marL="1371600" algn="l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333"/>
              <a:buFont typeface="Arial"/>
              <a:buNone/>
              <a:defRPr sz="1333"/>
            </a:lvl3pPr>
            <a:lvl4pPr indent="-228600" lvl="3" marL="18288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/>
            </a:lvl4pPr>
            <a:lvl5pPr indent="-228600" lvl="4" marL="22860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/>
            </a:lvl5pPr>
            <a:lvl6pPr indent="-228600" lvl="5" marL="27432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/>
            </a:lvl6pPr>
            <a:lvl7pPr indent="-228600" lvl="6" marL="3200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/>
            </a:lvl7pPr>
            <a:lvl8pPr indent="-228600" lvl="7" marL="3657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/>
            </a:lvl8pPr>
            <a:lvl9pPr indent="-228600" lvl="8" marL="41148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/>
            </a:lvl9pPr>
          </a:lstStyle>
          <a:p/>
        </p:txBody>
      </p:sp>
      <p:sp>
        <p:nvSpPr>
          <p:cNvPr id="69" name="Google Shape;69;p11"/>
          <p:cNvSpPr txBox="1"/>
          <p:nvPr>
            <p:ph idx="10" type="dt"/>
          </p:nvPr>
        </p:nvSpPr>
        <p:spPr>
          <a:xfrm>
            <a:off x="1439175" y="39340264"/>
            <a:ext cx="6721792" cy="3001103"/>
          </a:xfrm>
          <a:prstGeom prst="rect">
            <a:avLst/>
          </a:prstGeom>
          <a:noFill/>
          <a:ln>
            <a:noFill/>
          </a:ln>
        </p:spPr>
        <p:txBody>
          <a:bodyPr anchorCtr="0" anchor="t" bIns="154300" lIns="308600" spcFirstLastPara="1" rIns="308600" wrap="square" tIns="1543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1" type="ftr"/>
          </p:nvPr>
        </p:nvSpPr>
        <p:spPr>
          <a:xfrm>
            <a:off x="9839300" y="39340264"/>
            <a:ext cx="9121828" cy="3001103"/>
          </a:xfrm>
          <a:prstGeom prst="rect">
            <a:avLst/>
          </a:prstGeom>
          <a:noFill/>
          <a:ln>
            <a:noFill/>
          </a:ln>
        </p:spPr>
        <p:txBody>
          <a:bodyPr anchorCtr="0" anchor="t" bIns="154300" lIns="308600" spcFirstLastPara="1" rIns="308600" wrap="square" tIns="1543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2" type="sldNum"/>
          </p:nvPr>
        </p:nvSpPr>
        <p:spPr>
          <a:xfrm>
            <a:off x="20639458" y="39340264"/>
            <a:ext cx="6721792" cy="3001103"/>
          </a:xfrm>
          <a:prstGeom prst="rect">
            <a:avLst/>
          </a:prstGeom>
          <a:noFill/>
          <a:ln>
            <a:noFill/>
          </a:ln>
        </p:spPr>
        <p:txBody>
          <a:bodyPr anchorCtr="0" anchor="t" bIns="154300" lIns="308600" spcFirstLastPara="1" rIns="308600" wrap="square" tIns="1543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 b="0" i="0" sz="6266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 b="0" i="0" sz="6266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 b="0" i="0" sz="6266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 b="0" i="0" sz="6266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 b="0" i="0" sz="6266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 b="0" i="0" sz="6266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 b="0" i="0" sz="6266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 b="0" i="0" sz="6266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 b="0" i="0" sz="6266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e texto vertical" type="vertTx">
  <p:cSld name="VERTICAL_TEXT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2"/>
          <p:cNvSpPr txBox="1"/>
          <p:nvPr>
            <p:ph type="title"/>
          </p:nvPr>
        </p:nvSpPr>
        <p:spPr>
          <a:xfrm>
            <a:off x="1439175" y="1729128"/>
            <a:ext cx="25922076" cy="7200106"/>
          </a:xfrm>
          <a:prstGeom prst="rect">
            <a:avLst/>
          </a:prstGeom>
          <a:noFill/>
          <a:ln>
            <a:noFill/>
          </a:ln>
        </p:spPr>
        <p:txBody>
          <a:bodyPr anchorCtr="0" anchor="ctr" bIns="154300" lIns="308600" spcFirstLastPara="1" rIns="308600" wrap="square" tIns="1543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12"/>
          <p:cNvSpPr txBox="1"/>
          <p:nvPr>
            <p:ph idx="1" type="body"/>
          </p:nvPr>
        </p:nvSpPr>
        <p:spPr>
          <a:xfrm rot="5400000">
            <a:off x="144977" y="11374771"/>
            <a:ext cx="28510473" cy="25922076"/>
          </a:xfrm>
          <a:prstGeom prst="rect">
            <a:avLst/>
          </a:prstGeom>
          <a:noFill/>
          <a:ln>
            <a:noFill/>
          </a:ln>
        </p:spPr>
        <p:txBody>
          <a:bodyPr anchorCtr="0" anchor="t" bIns="154300" lIns="308600" spcFirstLastPara="1" rIns="308600" wrap="square" tIns="154300">
            <a:no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9pPr>
          </a:lstStyle>
          <a:p/>
        </p:txBody>
      </p:sp>
      <p:sp>
        <p:nvSpPr>
          <p:cNvPr id="75" name="Google Shape;75;p12"/>
          <p:cNvSpPr txBox="1"/>
          <p:nvPr>
            <p:ph idx="10" type="dt"/>
          </p:nvPr>
        </p:nvSpPr>
        <p:spPr>
          <a:xfrm>
            <a:off x="1439175" y="39340264"/>
            <a:ext cx="6721792" cy="3001103"/>
          </a:xfrm>
          <a:prstGeom prst="rect">
            <a:avLst/>
          </a:prstGeom>
          <a:noFill/>
          <a:ln>
            <a:noFill/>
          </a:ln>
        </p:spPr>
        <p:txBody>
          <a:bodyPr anchorCtr="0" anchor="t" bIns="154300" lIns="308600" spcFirstLastPara="1" rIns="308600" wrap="square" tIns="1543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1" type="ftr"/>
          </p:nvPr>
        </p:nvSpPr>
        <p:spPr>
          <a:xfrm>
            <a:off x="9839300" y="39340264"/>
            <a:ext cx="9121828" cy="3001103"/>
          </a:xfrm>
          <a:prstGeom prst="rect">
            <a:avLst/>
          </a:prstGeom>
          <a:noFill/>
          <a:ln>
            <a:noFill/>
          </a:ln>
        </p:spPr>
        <p:txBody>
          <a:bodyPr anchorCtr="0" anchor="t" bIns="154300" lIns="308600" spcFirstLastPara="1" rIns="308600" wrap="square" tIns="1543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2" type="sldNum"/>
          </p:nvPr>
        </p:nvSpPr>
        <p:spPr>
          <a:xfrm>
            <a:off x="20639458" y="39340264"/>
            <a:ext cx="6721792" cy="3001103"/>
          </a:xfrm>
          <a:prstGeom prst="rect">
            <a:avLst/>
          </a:prstGeom>
          <a:noFill/>
          <a:ln>
            <a:noFill/>
          </a:ln>
        </p:spPr>
        <p:txBody>
          <a:bodyPr anchorCtr="0" anchor="t" bIns="154300" lIns="308600" spcFirstLastPara="1" rIns="308600" wrap="square" tIns="1543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 b="0" i="0" sz="6266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 b="0" i="0" sz="6266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 b="0" i="0" sz="6266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 b="0" i="0" sz="6266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 b="0" i="0" sz="6266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 b="0" i="0" sz="6266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 b="0" i="0" sz="6266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 b="0" i="0" sz="6266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 b="0" i="0" sz="6266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e texto verticais" type="vertTitleAndTx">
  <p:cSld name="VERTICAL_TITLE_AND_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3"/>
          <p:cNvSpPr txBox="1"/>
          <p:nvPr>
            <p:ph type="title"/>
          </p:nvPr>
        </p:nvSpPr>
        <p:spPr>
          <a:xfrm rot="5400000">
            <a:off x="5690032" y="16919828"/>
            <a:ext cx="36861919" cy="6480519"/>
          </a:xfrm>
          <a:prstGeom prst="rect">
            <a:avLst/>
          </a:prstGeom>
          <a:noFill/>
          <a:ln>
            <a:noFill/>
          </a:ln>
        </p:spPr>
        <p:txBody>
          <a:bodyPr anchorCtr="0" anchor="ctr" bIns="154300" lIns="308600" spcFirstLastPara="1" rIns="308600" wrap="square" tIns="1543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3"/>
          <p:cNvSpPr txBox="1"/>
          <p:nvPr>
            <p:ph idx="1" type="body"/>
          </p:nvPr>
        </p:nvSpPr>
        <p:spPr>
          <a:xfrm rot="5400000">
            <a:off x="-7372595" y="10540898"/>
            <a:ext cx="36861919" cy="19238379"/>
          </a:xfrm>
          <a:prstGeom prst="rect">
            <a:avLst/>
          </a:prstGeom>
          <a:noFill/>
          <a:ln>
            <a:noFill/>
          </a:ln>
        </p:spPr>
        <p:txBody>
          <a:bodyPr anchorCtr="0" anchor="t" bIns="154300" lIns="308600" spcFirstLastPara="1" rIns="308600" wrap="square" tIns="154300">
            <a:no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9pPr>
          </a:lstStyle>
          <a:p/>
        </p:txBody>
      </p:sp>
      <p:sp>
        <p:nvSpPr>
          <p:cNvPr id="81" name="Google Shape;81;p13"/>
          <p:cNvSpPr txBox="1"/>
          <p:nvPr>
            <p:ph idx="10" type="dt"/>
          </p:nvPr>
        </p:nvSpPr>
        <p:spPr>
          <a:xfrm>
            <a:off x="1439175" y="39340264"/>
            <a:ext cx="6721792" cy="3001103"/>
          </a:xfrm>
          <a:prstGeom prst="rect">
            <a:avLst/>
          </a:prstGeom>
          <a:noFill/>
          <a:ln>
            <a:noFill/>
          </a:ln>
        </p:spPr>
        <p:txBody>
          <a:bodyPr anchorCtr="0" anchor="t" bIns="154300" lIns="308600" spcFirstLastPara="1" rIns="308600" wrap="square" tIns="1543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3"/>
          <p:cNvSpPr txBox="1"/>
          <p:nvPr>
            <p:ph idx="11" type="ftr"/>
          </p:nvPr>
        </p:nvSpPr>
        <p:spPr>
          <a:xfrm>
            <a:off x="9839300" y="39340264"/>
            <a:ext cx="9121828" cy="3001103"/>
          </a:xfrm>
          <a:prstGeom prst="rect">
            <a:avLst/>
          </a:prstGeom>
          <a:noFill/>
          <a:ln>
            <a:noFill/>
          </a:ln>
        </p:spPr>
        <p:txBody>
          <a:bodyPr anchorCtr="0" anchor="t" bIns="154300" lIns="308600" spcFirstLastPara="1" rIns="308600" wrap="square" tIns="1543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3"/>
          <p:cNvSpPr txBox="1"/>
          <p:nvPr>
            <p:ph idx="12" type="sldNum"/>
          </p:nvPr>
        </p:nvSpPr>
        <p:spPr>
          <a:xfrm>
            <a:off x="20639458" y="39340264"/>
            <a:ext cx="6721792" cy="3001103"/>
          </a:xfrm>
          <a:prstGeom prst="rect">
            <a:avLst/>
          </a:prstGeom>
          <a:noFill/>
          <a:ln>
            <a:noFill/>
          </a:ln>
        </p:spPr>
        <p:txBody>
          <a:bodyPr anchorCtr="0" anchor="t" bIns="154300" lIns="308600" spcFirstLastPara="1" rIns="308600" wrap="square" tIns="1543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 b="0" i="0" sz="6266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 b="0" i="0" sz="6266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 b="0" i="0" sz="6266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 b="0" i="0" sz="6266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 b="0" i="0" sz="6266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 b="0" i="0" sz="6266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 b="0" i="0" sz="6266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 b="0" i="0" sz="6266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 b="0" i="0" sz="6266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title"/>
          </p:nvPr>
        </p:nvSpPr>
        <p:spPr>
          <a:xfrm>
            <a:off x="1439175" y="1729128"/>
            <a:ext cx="25922076" cy="7200106"/>
          </a:xfrm>
          <a:prstGeom prst="rect">
            <a:avLst/>
          </a:prstGeom>
          <a:noFill/>
          <a:ln>
            <a:noFill/>
          </a:ln>
        </p:spPr>
        <p:txBody>
          <a:bodyPr anchorCtr="0" anchor="ctr" bIns="154300" lIns="308600" spcFirstLastPara="1" rIns="308600" wrap="square" tIns="1543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9865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9865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9865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9865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9865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9865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9865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9865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9865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" name="Google Shape;11;p2"/>
          <p:cNvSpPr txBox="1"/>
          <p:nvPr>
            <p:ph idx="1" type="body"/>
          </p:nvPr>
        </p:nvSpPr>
        <p:spPr>
          <a:xfrm>
            <a:off x="1439175" y="10080573"/>
            <a:ext cx="25922076" cy="28510473"/>
          </a:xfrm>
          <a:prstGeom prst="rect">
            <a:avLst/>
          </a:prstGeom>
          <a:noFill/>
          <a:ln>
            <a:noFill/>
          </a:ln>
        </p:spPr>
        <p:txBody>
          <a:bodyPr anchorCtr="0" anchor="t" bIns="154300" lIns="308600" spcFirstLastPara="1" rIns="308600" wrap="square" tIns="154300">
            <a:noAutofit/>
          </a:bodyPr>
          <a:lstStyle>
            <a:lvl1pPr indent="-1142936" lvl="0" marL="457200" marR="0" rtl="0" algn="l">
              <a:spcBef>
                <a:spcPts val="2880"/>
              </a:spcBef>
              <a:spcAft>
                <a:spcPts val="0"/>
              </a:spcAft>
              <a:buClr>
                <a:schemeClr val="dk1"/>
              </a:buClr>
              <a:buSzPts val="14399"/>
              <a:buFont typeface="Arial"/>
              <a:buChar char="•"/>
              <a:defRPr b="0" i="0" sz="14399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1032827" lvl="1" marL="914400" marR="0" rtl="0" algn="l">
              <a:spcBef>
                <a:spcPts val="2533"/>
              </a:spcBef>
              <a:spcAft>
                <a:spcPts val="0"/>
              </a:spcAft>
              <a:buClr>
                <a:schemeClr val="dk1"/>
              </a:buClr>
              <a:buSzPts val="12665"/>
              <a:buFont typeface="Arial"/>
              <a:buChar char="–"/>
              <a:defRPr b="0" i="0" sz="12665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914336" lvl="2" marL="1371600" marR="0" rtl="0" algn="l">
              <a:spcBef>
                <a:spcPts val="2160"/>
              </a:spcBef>
              <a:spcAft>
                <a:spcPts val="0"/>
              </a:spcAft>
              <a:buClr>
                <a:schemeClr val="dk1"/>
              </a:buClr>
              <a:buSzPts val="10799"/>
              <a:buFont typeface="Arial"/>
              <a:buChar char="•"/>
              <a:defRPr b="0" i="0" sz="10799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804291" lvl="3" marL="1828800" marR="0" rtl="0" algn="l">
              <a:spcBef>
                <a:spcPts val="1813"/>
              </a:spcBef>
              <a:spcAft>
                <a:spcPts val="0"/>
              </a:spcAft>
              <a:buClr>
                <a:schemeClr val="dk1"/>
              </a:buClr>
              <a:buSzPts val="9066"/>
              <a:buFont typeface="Arial"/>
              <a:buChar char="–"/>
              <a:defRPr b="0" i="0" sz="9066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804291" lvl="4" marL="2286000" marR="0" rtl="0" algn="l">
              <a:spcBef>
                <a:spcPts val="1813"/>
              </a:spcBef>
              <a:spcAft>
                <a:spcPts val="0"/>
              </a:spcAft>
              <a:buClr>
                <a:schemeClr val="dk1"/>
              </a:buClr>
              <a:buSzPts val="9066"/>
              <a:buFont typeface="Arial"/>
              <a:buChar char="»"/>
              <a:defRPr b="0" i="0" sz="9066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804291" lvl="5" marL="2743200" marR="0" rtl="0" algn="l">
              <a:spcBef>
                <a:spcPts val="1813"/>
              </a:spcBef>
              <a:spcAft>
                <a:spcPts val="0"/>
              </a:spcAft>
              <a:buClr>
                <a:schemeClr val="dk1"/>
              </a:buClr>
              <a:buSzPts val="9066"/>
              <a:buFont typeface="Arial"/>
              <a:buChar char="»"/>
              <a:defRPr b="0" i="0" sz="9066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804291" lvl="6" marL="3200400" marR="0" rtl="0" algn="l">
              <a:spcBef>
                <a:spcPts val="1813"/>
              </a:spcBef>
              <a:spcAft>
                <a:spcPts val="0"/>
              </a:spcAft>
              <a:buClr>
                <a:schemeClr val="dk1"/>
              </a:buClr>
              <a:buSzPts val="9066"/>
              <a:buFont typeface="Arial"/>
              <a:buChar char="»"/>
              <a:defRPr b="0" i="0" sz="9066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804291" lvl="7" marL="3657600" marR="0" rtl="0" algn="l">
              <a:spcBef>
                <a:spcPts val="1813"/>
              </a:spcBef>
              <a:spcAft>
                <a:spcPts val="0"/>
              </a:spcAft>
              <a:buClr>
                <a:schemeClr val="dk1"/>
              </a:buClr>
              <a:buSzPts val="9066"/>
              <a:buFont typeface="Arial"/>
              <a:buChar char="»"/>
              <a:defRPr b="0" i="0" sz="9066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804291" lvl="8" marL="4114800" marR="0" rtl="0" algn="l">
              <a:spcBef>
                <a:spcPts val="1813"/>
              </a:spcBef>
              <a:spcAft>
                <a:spcPts val="0"/>
              </a:spcAft>
              <a:buClr>
                <a:schemeClr val="dk1"/>
              </a:buClr>
              <a:buSzPts val="9066"/>
              <a:buFont typeface="Arial"/>
              <a:buChar char="»"/>
              <a:defRPr b="0" i="0" sz="9066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2" name="Google Shape;12;p2"/>
          <p:cNvSpPr txBox="1"/>
          <p:nvPr>
            <p:ph idx="10" type="dt"/>
          </p:nvPr>
        </p:nvSpPr>
        <p:spPr>
          <a:xfrm>
            <a:off x="1439175" y="39340264"/>
            <a:ext cx="6721792" cy="3001103"/>
          </a:xfrm>
          <a:prstGeom prst="rect">
            <a:avLst/>
          </a:prstGeom>
          <a:noFill/>
          <a:ln>
            <a:noFill/>
          </a:ln>
        </p:spPr>
        <p:txBody>
          <a:bodyPr anchorCtr="0" anchor="t" bIns="154300" lIns="308600" spcFirstLastPara="1" rIns="308600" wrap="square" tIns="1543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6266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8132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8132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8132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8132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8132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8132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8132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8132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9839300" y="39340264"/>
            <a:ext cx="9121828" cy="3001103"/>
          </a:xfrm>
          <a:prstGeom prst="rect">
            <a:avLst/>
          </a:prstGeom>
          <a:noFill/>
          <a:ln>
            <a:noFill/>
          </a:ln>
        </p:spPr>
        <p:txBody>
          <a:bodyPr anchorCtr="0" anchor="t" bIns="154300" lIns="308600" spcFirstLastPara="1" rIns="308600" wrap="square" tIns="1543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6266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8132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8132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8132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8132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8132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8132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8132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8132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20639458" y="39340264"/>
            <a:ext cx="6721792" cy="3001103"/>
          </a:xfrm>
          <a:prstGeom prst="rect">
            <a:avLst/>
          </a:prstGeom>
          <a:noFill/>
          <a:ln>
            <a:noFill/>
          </a:ln>
        </p:spPr>
        <p:txBody>
          <a:bodyPr anchorCtr="0" anchor="t" bIns="154300" lIns="308600" spcFirstLastPara="1" rIns="308600" wrap="square" tIns="154300">
            <a:noAutofit/>
          </a:bodyPr>
          <a:lstStyle>
            <a:lvl1pPr indent="0" lvl="0" marL="0" marR="0" rtl="0" algn="r">
              <a:spcBef>
                <a:spcPts val="0"/>
              </a:spcBef>
              <a:spcAft>
                <a:spcPts val="0"/>
              </a:spcAft>
              <a:buNone/>
              <a:defRPr b="0" i="0" sz="6266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spcBef>
                <a:spcPts val="0"/>
              </a:spcBef>
              <a:spcAft>
                <a:spcPts val="0"/>
              </a:spcAft>
              <a:buNone/>
              <a:defRPr b="0" i="0" sz="6266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spcBef>
                <a:spcPts val="0"/>
              </a:spcBef>
              <a:spcAft>
                <a:spcPts val="0"/>
              </a:spcAft>
              <a:buNone/>
              <a:defRPr b="0" i="0" sz="6266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spcBef>
                <a:spcPts val="0"/>
              </a:spcBef>
              <a:spcAft>
                <a:spcPts val="0"/>
              </a:spcAft>
              <a:buNone/>
              <a:defRPr b="0" i="0" sz="6266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spcBef>
                <a:spcPts val="0"/>
              </a:spcBef>
              <a:spcAft>
                <a:spcPts val="0"/>
              </a:spcAft>
              <a:buNone/>
              <a:defRPr b="0" i="0" sz="6266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spcBef>
                <a:spcPts val="0"/>
              </a:spcBef>
              <a:spcAft>
                <a:spcPts val="0"/>
              </a:spcAft>
              <a:buNone/>
              <a:defRPr b="0" i="0" sz="6266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spcBef>
                <a:spcPts val="0"/>
              </a:spcBef>
              <a:spcAft>
                <a:spcPts val="0"/>
              </a:spcAft>
              <a:buNone/>
              <a:defRPr b="0" i="0" sz="6266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spcBef>
                <a:spcPts val="0"/>
              </a:spcBef>
              <a:spcAft>
                <a:spcPts val="0"/>
              </a:spcAft>
              <a:buNone/>
              <a:defRPr b="0" i="0" sz="6266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spcBef>
                <a:spcPts val="0"/>
              </a:spcBef>
              <a:spcAft>
                <a:spcPts val="0"/>
              </a:spcAft>
              <a:buNone/>
              <a:defRPr b="0" i="0" sz="6266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jpg"/><Relationship Id="rId4" Type="http://schemas.openxmlformats.org/officeDocument/2006/relationships/image" Target="../media/image1.png"/><Relationship Id="rId9" Type="http://schemas.openxmlformats.org/officeDocument/2006/relationships/image" Target="../media/image4.jpg"/><Relationship Id="rId5" Type="http://schemas.openxmlformats.org/officeDocument/2006/relationships/image" Target="../media/image2.png"/><Relationship Id="rId6" Type="http://schemas.openxmlformats.org/officeDocument/2006/relationships/image" Target="../media/image5.jpg"/><Relationship Id="rId7" Type="http://schemas.openxmlformats.org/officeDocument/2006/relationships/image" Target="../media/image6.jpg"/><Relationship Id="rId8" Type="http://schemas.openxmlformats.org/officeDocument/2006/relationships/image" Target="../media/image7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9" name="Google Shape;89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365" y="82386"/>
            <a:ext cx="28774945" cy="43179342"/>
          </a:xfrm>
          <a:prstGeom prst="rect">
            <a:avLst/>
          </a:prstGeom>
          <a:noFill/>
          <a:ln>
            <a:noFill/>
          </a:ln>
        </p:spPr>
      </p:pic>
      <p:sp>
        <p:nvSpPr>
          <p:cNvPr id="90" name="Google Shape;90;p1"/>
          <p:cNvSpPr txBox="1"/>
          <p:nvPr/>
        </p:nvSpPr>
        <p:spPr>
          <a:xfrm>
            <a:off x="690522" y="4992304"/>
            <a:ext cx="13284900" cy="4915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Sobre a equipe</a:t>
            </a:r>
            <a:endParaRPr/>
          </a:p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t-BR" sz="3733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0" i="0" lang="pt-BR" sz="2666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 </a:t>
            </a:r>
            <a:r>
              <a:rPr lang="pt-BR" sz="3000">
                <a:solidFill>
                  <a:schemeClr val="dk1"/>
                </a:solidFill>
              </a:rPr>
              <a:t>Nosso grupo foi formado para a produção do Projeto Interdisciplinar (PI), que tem como foco testar  nosso conhecimento adquirido no semestre.</a:t>
            </a:r>
            <a:endParaRPr sz="3000">
              <a:solidFill>
                <a:schemeClr val="dk1"/>
              </a:solidFill>
            </a:endParaRPr>
          </a:p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pt-BR" sz="3000">
                <a:solidFill>
                  <a:schemeClr val="dk1"/>
                </a:solidFill>
              </a:rPr>
              <a:t>Integrantes:</a:t>
            </a:r>
            <a:endParaRPr b="1" i="1" sz="3000">
              <a:solidFill>
                <a:schemeClr val="dk1"/>
              </a:solidFill>
            </a:endParaRPr>
          </a:p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000">
                <a:solidFill>
                  <a:schemeClr val="dk1"/>
                </a:solidFill>
              </a:rPr>
              <a:t>Ana Julia - Trabalhou nas documentações, designer e auxiliou na </a:t>
            </a:r>
            <a:r>
              <a:rPr lang="pt-BR" sz="3000">
                <a:solidFill>
                  <a:schemeClr val="dk1"/>
                </a:solidFill>
              </a:rPr>
              <a:t>mecânica</a:t>
            </a:r>
            <a:r>
              <a:rPr lang="pt-BR" sz="3000">
                <a:solidFill>
                  <a:schemeClr val="dk1"/>
                </a:solidFill>
              </a:rPr>
              <a:t> do jogo;</a:t>
            </a:r>
            <a:endParaRPr sz="3000">
              <a:solidFill>
                <a:schemeClr val="dk1"/>
              </a:solidFill>
            </a:endParaRPr>
          </a:p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000">
                <a:solidFill>
                  <a:schemeClr val="dk1"/>
                </a:solidFill>
              </a:rPr>
              <a:t>Fabrizzio - Trabalhou na </a:t>
            </a:r>
            <a:r>
              <a:rPr lang="pt-BR" sz="3000">
                <a:solidFill>
                  <a:schemeClr val="dk1"/>
                </a:solidFill>
              </a:rPr>
              <a:t>mecânica e auxiliou nas documentações;</a:t>
            </a:r>
            <a:endParaRPr sz="3000">
              <a:solidFill>
                <a:schemeClr val="dk1"/>
              </a:solidFill>
            </a:endParaRPr>
          </a:p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000">
                <a:solidFill>
                  <a:schemeClr val="dk1"/>
                </a:solidFill>
              </a:rPr>
              <a:t>Julia - Trabalhou nas documentações, designer e auxiliou nas mecânicas do jogo;</a:t>
            </a:r>
            <a:endParaRPr sz="3000">
              <a:solidFill>
                <a:schemeClr val="dk1"/>
              </a:solidFill>
            </a:endParaRPr>
          </a:p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000">
                <a:solidFill>
                  <a:schemeClr val="dk1"/>
                </a:solidFill>
              </a:rPr>
              <a:t>Luiz - Trabalhou na mecânica e auxiliou nas documentações.</a:t>
            </a:r>
            <a:endParaRPr sz="3000">
              <a:solidFill>
                <a:schemeClr val="dk1"/>
              </a:solidFill>
            </a:endParaRPr>
          </a:p>
        </p:txBody>
      </p:sp>
      <p:sp>
        <p:nvSpPr>
          <p:cNvPr id="91" name="Google Shape;91;p1"/>
          <p:cNvSpPr/>
          <p:nvPr/>
        </p:nvSpPr>
        <p:spPr>
          <a:xfrm>
            <a:off x="0" y="-669350"/>
            <a:ext cx="184731" cy="133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99"/>
              <a:buFont typeface="Arial"/>
              <a:buNone/>
            </a:pPr>
            <a:r>
              <a:t/>
            </a:r>
            <a:endParaRPr b="0" i="0" sz="8099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" name="Google Shape;92;p1"/>
          <p:cNvSpPr txBox="1"/>
          <p:nvPr>
            <p:ph type="ctrTitle"/>
          </p:nvPr>
        </p:nvSpPr>
        <p:spPr>
          <a:xfrm>
            <a:off x="438075" y="1355148"/>
            <a:ext cx="27924300" cy="168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54300" lIns="308600" spcFirstLastPara="1" rIns="308600" wrap="square" tIns="1543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5866"/>
              <a:t>TRASH COLLECTOR</a:t>
            </a:r>
            <a:endParaRPr b="1" sz="5866"/>
          </a:p>
        </p:txBody>
      </p:sp>
      <p:sp>
        <p:nvSpPr>
          <p:cNvPr id="93" name="Google Shape;93;p1"/>
          <p:cNvSpPr/>
          <p:nvPr/>
        </p:nvSpPr>
        <p:spPr>
          <a:xfrm>
            <a:off x="1740308" y="141550"/>
            <a:ext cx="25809900" cy="161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05700" lIns="411425" spcFirstLastPara="1" rIns="411425" wrap="square" tIns="20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7999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Semana de Tecnologia FECAP 202X</a:t>
            </a:r>
            <a:endParaRPr/>
          </a:p>
        </p:txBody>
      </p:sp>
      <p:sp>
        <p:nvSpPr>
          <p:cNvPr id="94" name="Google Shape;94;p1"/>
          <p:cNvSpPr txBox="1"/>
          <p:nvPr/>
        </p:nvSpPr>
        <p:spPr>
          <a:xfrm>
            <a:off x="14732716" y="5121055"/>
            <a:ext cx="13284900" cy="4453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Problema a ser tratado</a:t>
            </a:r>
            <a:endParaRPr/>
          </a:p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t-BR" sz="3733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pt-BR" sz="2666">
                <a:solidFill>
                  <a:schemeClr val="dk1"/>
                </a:solidFill>
              </a:rPr>
              <a:t>	</a:t>
            </a:r>
            <a:r>
              <a:rPr lang="pt-BR" sz="3000">
                <a:solidFill>
                  <a:schemeClr val="dk1"/>
                </a:solidFill>
              </a:rPr>
              <a:t>O jogo “Trash Collector” aborda o tema de </a:t>
            </a:r>
            <a:r>
              <a:rPr lang="pt-BR" sz="3000">
                <a:solidFill>
                  <a:schemeClr val="dk1"/>
                </a:solidFill>
              </a:rPr>
              <a:t>conscientização</a:t>
            </a:r>
            <a:r>
              <a:rPr lang="pt-BR" sz="3000">
                <a:solidFill>
                  <a:schemeClr val="dk1"/>
                </a:solidFill>
              </a:rPr>
              <a:t> do Meio-Ambiente, trazendo a preocupação de falta de cuidado com a natureza.</a:t>
            </a:r>
            <a:endParaRPr sz="3000">
              <a:solidFill>
                <a:schemeClr val="dk1"/>
              </a:solidFill>
            </a:endParaRPr>
          </a:p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000">
                <a:solidFill>
                  <a:schemeClr val="dk1"/>
                </a:solidFill>
              </a:rPr>
              <a:t>	É perceptivel que a natureza vem sendo destruida pelo homem, e essa taxa vem subindo cada vez mais, trazendo diversos casos de extinção de animais, alterações climaticas, aumento de doenças e entre outras </a:t>
            </a:r>
            <a:r>
              <a:rPr lang="pt-BR" sz="3000">
                <a:solidFill>
                  <a:schemeClr val="dk1"/>
                </a:solidFill>
              </a:rPr>
              <a:t>consequências</a:t>
            </a:r>
            <a:r>
              <a:rPr lang="pt-BR" sz="3000">
                <a:solidFill>
                  <a:schemeClr val="dk1"/>
                </a:solidFill>
              </a:rPr>
              <a:t>.</a:t>
            </a:r>
            <a:endParaRPr sz="3000">
              <a:solidFill>
                <a:schemeClr val="dk1"/>
              </a:solidFill>
            </a:endParaRPr>
          </a:p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000">
                <a:solidFill>
                  <a:schemeClr val="dk1"/>
                </a:solidFill>
              </a:rPr>
              <a:t>	Cuidar da natureza é algo de extrema </a:t>
            </a:r>
            <a:r>
              <a:rPr lang="pt-BR" sz="3000">
                <a:solidFill>
                  <a:schemeClr val="dk1"/>
                </a:solidFill>
              </a:rPr>
              <a:t>importância, pois alguns danos podem ser irreversíveis.</a:t>
            </a:r>
            <a:endParaRPr sz="3000">
              <a:solidFill>
                <a:schemeClr val="dk1"/>
              </a:solidFill>
            </a:endParaRPr>
          </a:p>
        </p:txBody>
      </p:sp>
      <p:sp>
        <p:nvSpPr>
          <p:cNvPr id="95" name="Google Shape;95;p1"/>
          <p:cNvSpPr txBox="1"/>
          <p:nvPr/>
        </p:nvSpPr>
        <p:spPr>
          <a:xfrm>
            <a:off x="630353" y="33543418"/>
            <a:ext cx="13318800" cy="471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3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Solução proposta</a:t>
            </a:r>
            <a:endParaRPr b="1" i="0" sz="3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3000">
                <a:solidFill>
                  <a:schemeClr val="dk1"/>
                </a:solidFill>
              </a:rPr>
              <a:t>	</a:t>
            </a:r>
            <a:endParaRPr b="1" sz="3000">
              <a:solidFill>
                <a:schemeClr val="dk1"/>
              </a:solidFill>
            </a:endParaRPr>
          </a:p>
          <a:p>
            <a:pPr indent="45720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000">
                <a:solidFill>
                  <a:schemeClr val="dk1"/>
                </a:solidFill>
              </a:rPr>
              <a:t>O jogo foi criado com o intuito de conscientizar seus usuarios a se importar com o meio-ambiente, trazendo a vontade de </a:t>
            </a:r>
            <a:r>
              <a:rPr lang="pt-BR" sz="3000">
                <a:solidFill>
                  <a:schemeClr val="dk1"/>
                </a:solidFill>
              </a:rPr>
              <a:t>preservá lo, porém trouxemos esse tema de uma forma divertida e animada.</a:t>
            </a:r>
            <a:endParaRPr sz="3000">
              <a:solidFill>
                <a:schemeClr val="dk1"/>
              </a:solidFill>
            </a:endParaRPr>
          </a:p>
          <a:p>
            <a:pPr indent="45720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000">
              <a:solidFill>
                <a:schemeClr val="dk1"/>
              </a:solidFill>
            </a:endParaRPr>
          </a:p>
          <a:p>
            <a:pPr indent="-419100" lvl="0" marL="457200" marR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Char char="●"/>
            </a:pPr>
            <a:r>
              <a:rPr b="1" lang="pt-BR" sz="3000">
                <a:solidFill>
                  <a:schemeClr val="dk1"/>
                </a:solidFill>
              </a:rPr>
              <a:t>Conscientizar</a:t>
            </a:r>
            <a:endParaRPr b="1" sz="3000">
              <a:solidFill>
                <a:schemeClr val="dk1"/>
              </a:solidFill>
            </a:endParaRPr>
          </a:p>
          <a:p>
            <a:pPr indent="0" lvl="0" marL="91440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000">
              <a:solidFill>
                <a:schemeClr val="dk1"/>
              </a:solidFill>
            </a:endParaRPr>
          </a:p>
          <a:p>
            <a:pPr indent="-419100" lvl="0" marL="457200" marR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Char char="●"/>
            </a:pPr>
            <a:r>
              <a:rPr b="1" lang="pt-BR" sz="3000">
                <a:solidFill>
                  <a:schemeClr val="dk1"/>
                </a:solidFill>
              </a:rPr>
              <a:t>Divertir</a:t>
            </a:r>
            <a:endParaRPr b="1" sz="3000">
              <a:solidFill>
                <a:schemeClr val="dk1"/>
              </a:solidFill>
            </a:endParaRPr>
          </a:p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t-BR" sz="3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	  </a:t>
            </a:r>
            <a:endParaRPr b="0" i="0" sz="3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1"/>
          <p:cNvSpPr txBox="1"/>
          <p:nvPr/>
        </p:nvSpPr>
        <p:spPr>
          <a:xfrm>
            <a:off x="14646784" y="33543418"/>
            <a:ext cx="13318800" cy="4915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Futuro do projeto</a:t>
            </a:r>
            <a:endParaRPr/>
          </a:p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t-BR" sz="3733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0" i="0" lang="pt-BR" sz="2666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r>
              <a:rPr lang="pt-BR" sz="3000">
                <a:solidFill>
                  <a:schemeClr val="dk1"/>
                </a:solidFill>
              </a:rPr>
              <a:t>	Nosso jogo terá fases em uma floresta, proporcionando uma imersão ao jogador. Scott (O Protagonista) terá seus desafios e problemas mediante as fases, Nossos </a:t>
            </a:r>
            <a:r>
              <a:rPr lang="pt-BR" sz="3000">
                <a:solidFill>
                  <a:schemeClr val="dk1"/>
                </a:solidFill>
              </a:rPr>
              <a:t>próximos</a:t>
            </a:r>
            <a:r>
              <a:rPr lang="pt-BR" sz="3000">
                <a:solidFill>
                  <a:schemeClr val="dk1"/>
                </a:solidFill>
              </a:rPr>
              <a:t> passos são:</a:t>
            </a:r>
            <a:endParaRPr sz="3000">
              <a:solidFill>
                <a:schemeClr val="dk1"/>
              </a:solidFill>
            </a:endParaRPr>
          </a:p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000">
              <a:solidFill>
                <a:schemeClr val="dk1"/>
              </a:solidFill>
            </a:endParaRPr>
          </a:p>
          <a:p>
            <a:pPr indent="-419100" lvl="0" marL="457200" marR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Char char="●"/>
            </a:pPr>
            <a:r>
              <a:rPr b="1" lang="pt-BR" sz="3000">
                <a:solidFill>
                  <a:schemeClr val="dk1"/>
                </a:solidFill>
              </a:rPr>
              <a:t>Revisar as </a:t>
            </a:r>
            <a:r>
              <a:rPr b="1" lang="pt-BR" sz="3000">
                <a:solidFill>
                  <a:schemeClr val="dk1"/>
                </a:solidFill>
              </a:rPr>
              <a:t>mecânicas</a:t>
            </a:r>
            <a:endParaRPr b="1" sz="3000">
              <a:solidFill>
                <a:schemeClr val="dk1"/>
              </a:solidFill>
            </a:endParaRPr>
          </a:p>
          <a:p>
            <a:pPr indent="0" lvl="0" marL="45720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000">
              <a:solidFill>
                <a:schemeClr val="dk1"/>
              </a:solidFill>
            </a:endParaRPr>
          </a:p>
          <a:p>
            <a:pPr indent="-419100" lvl="0" marL="457200" marR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Char char="●"/>
            </a:pPr>
            <a:r>
              <a:rPr b="1" lang="pt-BR" sz="3000">
                <a:solidFill>
                  <a:schemeClr val="dk1"/>
                </a:solidFill>
              </a:rPr>
              <a:t>Designer</a:t>
            </a:r>
            <a:endParaRPr b="1" sz="3000">
              <a:solidFill>
                <a:schemeClr val="dk1"/>
              </a:solidFill>
            </a:endParaRPr>
          </a:p>
          <a:p>
            <a:pPr indent="0" lvl="0" marL="45720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000">
              <a:solidFill>
                <a:schemeClr val="dk1"/>
              </a:solidFill>
            </a:endParaRPr>
          </a:p>
          <a:p>
            <a:pPr indent="-419100" lvl="0" marL="457200" marR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Char char="●"/>
            </a:pPr>
            <a:r>
              <a:rPr b="1" lang="pt-BR" sz="3000">
                <a:solidFill>
                  <a:schemeClr val="dk1"/>
                </a:solidFill>
              </a:rPr>
              <a:t>Feedback</a:t>
            </a:r>
            <a:r>
              <a:rPr b="1" lang="pt-BR" sz="3000">
                <a:solidFill>
                  <a:schemeClr val="dk1"/>
                </a:solidFill>
              </a:rPr>
              <a:t> </a:t>
            </a:r>
            <a:endParaRPr b="1" sz="3000">
              <a:solidFill>
                <a:schemeClr val="dk1"/>
              </a:solidFill>
            </a:endParaRPr>
          </a:p>
        </p:txBody>
      </p:sp>
      <p:sp>
        <p:nvSpPr>
          <p:cNvPr id="97" name="Google Shape;97;p1"/>
          <p:cNvSpPr txBox="1"/>
          <p:nvPr/>
        </p:nvSpPr>
        <p:spPr>
          <a:xfrm>
            <a:off x="7959431" y="10343748"/>
            <a:ext cx="12868819" cy="15694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5866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Imagens e ferramentas do Projeto</a:t>
            </a:r>
            <a:endParaRPr/>
          </a:p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t-BR" sz="3733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0" i="0" lang="pt-BR" sz="2666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pic>
        <p:nvPicPr>
          <p:cNvPr descr="Uma imagem contendo óculos&#10;&#10;O conteúdo gerado por IA pode estar incorreto." id="98" name="Google Shape;98;p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2752" y="40356014"/>
            <a:ext cx="3095947" cy="311529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Uma imagem contendo óculos, caneca&#10;&#10;O conteúdo gerado por IA pode estar incorreto." id="99" name="Google Shape;99;p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25801752" y="40382747"/>
            <a:ext cx="3095945" cy="3105591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Google Shape;100;p1"/>
          <p:cNvSpPr txBox="1"/>
          <p:nvPr/>
        </p:nvSpPr>
        <p:spPr>
          <a:xfrm>
            <a:off x="2933400" y="2681450"/>
            <a:ext cx="234237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>
                <a:solidFill>
                  <a:schemeClr val="dk1"/>
                </a:solidFill>
              </a:rPr>
              <a:t>Ana Julia dos Santos Silva, Fabrizzio de Sousa Puttini, Julia Valério da Silva, Luiz Roberto Silvestre</a:t>
            </a:r>
            <a:endParaRPr sz="4000">
              <a:solidFill>
                <a:schemeClr val="dk1"/>
              </a:solidFill>
            </a:endParaRPr>
          </a:p>
        </p:txBody>
      </p:sp>
      <p:sp>
        <p:nvSpPr>
          <p:cNvPr id="101" name="Google Shape;101;p1"/>
          <p:cNvSpPr txBox="1"/>
          <p:nvPr/>
        </p:nvSpPr>
        <p:spPr>
          <a:xfrm>
            <a:off x="438000" y="3581450"/>
            <a:ext cx="27924300" cy="7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>
                <a:solidFill>
                  <a:schemeClr val="dk1"/>
                </a:solidFill>
              </a:rPr>
              <a:t>Professores: Victor Bruno Rosetti, Joyce Daniele Tavares, Luis Fernando dos Santos, Renata Muniz,  Adriano Felix Valente</a:t>
            </a:r>
            <a:endParaRPr sz="4000">
              <a:solidFill>
                <a:schemeClr val="dk1"/>
              </a:solidFill>
            </a:endParaRPr>
          </a:p>
        </p:txBody>
      </p:sp>
      <p:sp>
        <p:nvSpPr>
          <p:cNvPr id="102" name="Google Shape;102;p1"/>
          <p:cNvSpPr txBox="1"/>
          <p:nvPr/>
        </p:nvSpPr>
        <p:spPr>
          <a:xfrm>
            <a:off x="14583075" y="12870950"/>
            <a:ext cx="3603000" cy="310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399">
              <a:solidFill>
                <a:schemeClr val="dk1"/>
              </a:solidFill>
            </a:endParaRPr>
          </a:p>
        </p:txBody>
      </p:sp>
      <p:pic>
        <p:nvPicPr>
          <p:cNvPr id="103" name="Google Shape;103;p1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8406850" y="13792250"/>
            <a:ext cx="6879100" cy="5600700"/>
          </a:xfrm>
          <a:prstGeom prst="rect">
            <a:avLst/>
          </a:prstGeom>
          <a:noFill/>
          <a:ln>
            <a:noFill/>
          </a:ln>
        </p:spPr>
      </p:pic>
      <p:sp>
        <p:nvSpPr>
          <p:cNvPr id="104" name="Google Shape;104;p1"/>
          <p:cNvSpPr txBox="1"/>
          <p:nvPr/>
        </p:nvSpPr>
        <p:spPr>
          <a:xfrm>
            <a:off x="19231275" y="12604250"/>
            <a:ext cx="4495800" cy="368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399">
              <a:solidFill>
                <a:schemeClr val="dk1"/>
              </a:solidFill>
            </a:endParaRPr>
          </a:p>
        </p:txBody>
      </p:sp>
      <p:pic>
        <p:nvPicPr>
          <p:cNvPr id="105" name="Google Shape;105;p1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8737100" y="21601125"/>
            <a:ext cx="7620000" cy="5600700"/>
          </a:xfrm>
          <a:prstGeom prst="rect">
            <a:avLst/>
          </a:prstGeom>
          <a:noFill/>
          <a:ln>
            <a:noFill/>
          </a:ln>
        </p:spPr>
      </p:pic>
      <p:sp>
        <p:nvSpPr>
          <p:cNvPr id="106" name="Google Shape;106;p1"/>
          <p:cNvSpPr txBox="1"/>
          <p:nvPr/>
        </p:nvSpPr>
        <p:spPr>
          <a:xfrm>
            <a:off x="14544975" y="19652750"/>
            <a:ext cx="5143500" cy="40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399">
              <a:solidFill>
                <a:schemeClr val="dk1"/>
              </a:solidFill>
            </a:endParaRPr>
          </a:p>
        </p:txBody>
      </p:sp>
      <p:sp>
        <p:nvSpPr>
          <p:cNvPr id="107" name="Google Shape;107;p1"/>
          <p:cNvSpPr txBox="1"/>
          <p:nvPr/>
        </p:nvSpPr>
        <p:spPr>
          <a:xfrm>
            <a:off x="1629075" y="13528175"/>
            <a:ext cx="3603000" cy="426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399">
              <a:solidFill>
                <a:schemeClr val="dk1"/>
              </a:solidFill>
            </a:endParaRPr>
          </a:p>
        </p:txBody>
      </p:sp>
      <p:pic>
        <p:nvPicPr>
          <p:cNvPr id="108" name="Google Shape;108;p1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1209200" y="13792275"/>
            <a:ext cx="12868826" cy="6780775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1"/>
          <p:cNvSpPr txBox="1"/>
          <p:nvPr/>
        </p:nvSpPr>
        <p:spPr>
          <a:xfrm>
            <a:off x="1971975" y="21786350"/>
            <a:ext cx="6324600" cy="6324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399">
              <a:solidFill>
                <a:schemeClr val="dk1"/>
              </a:solidFill>
            </a:endParaRPr>
          </a:p>
        </p:txBody>
      </p:sp>
      <p:pic>
        <p:nvPicPr>
          <p:cNvPr id="110" name="Google Shape;110;p1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1018700" y="23330300"/>
            <a:ext cx="13318800" cy="678076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Design padrão">
  <a:themeElements>
    <a:clrScheme name="Design padrão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Tema do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2006-11-04T15:46:42Z</dcterms:created>
  <dc:creator>Jr</dc:creator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0x01010045364877AF745B4281652B53F43C594A</vt:lpwstr>
  </property>
</Properties>
</file>